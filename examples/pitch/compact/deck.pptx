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9"/>
  </p:notesMasterIdLst>
  <p:handoutMasterIdLst>
    <p:handoutMasterId r:id="rId40"/>
  </p:handoutMasterIdLst>
  <p:sldIdLst>
    <p:sldId id="376" r:id="rId45"/>
    <p:sldId id="377" r:id="rId46"/>
    <p:sldId id="378" r:id="rId47"/>
    <p:sldId id="379" r:id="rId48"/>
    <p:sldId id="380" r:id="rId49"/>
    <p:sldId id="381" r:id="rId50"/>
    <p:sldId id="382" r:id="rId51"/>
    <p:sldId id="383" r:id="rId52"/>
    <p:sldId id="384" r:id="rId53"/>
    <p:sldId id="385" r:id="rId54"/>
  </p:sldIdLst>
  <p:sldSz cx="12192000" cy="6858000"/>
  <p:notesSz cx="6858000" cy="9144000"/>
  <p:defaultTextStyle>
    <a:defPPr>
      <a:defRPr lang="ru-RU"/>
    </a:defPPr>
    <a:lvl1pPr marL="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1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20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32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43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549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658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6877" algn="l" defTabSz="91422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Информация" id="{9FA27940-A45B-471D-96EC-3FCE80AE8A9B}">
          <p14:sldIdLst>
            <p14:sldId id="333"/>
            <p14:sldId id="326"/>
            <p14:sldId id="327"/>
            <p14:sldId id="367"/>
            <p14:sldId id="325"/>
            <p14:sldId id="355"/>
          </p14:sldIdLst>
        </p14:section>
        <p14:section name="Обязательные слайды" id="{248E5CD8-1028-4246-90C7-3263F7F286D3}">
          <p14:sldIdLst>
            <p14:sldId id="365"/>
            <p14:sldId id="366"/>
            <p14:sldId id="362"/>
            <p14:sldId id="364"/>
            <p14:sldId id="375"/>
          </p14:sldIdLst>
        </p14:section>
        <p14:section name="Шаблоны слайдов" id="{24401F80-F81B-49C3-8D55-70A14F0BF8FF}">
          <p14:sldIdLst>
            <p14:sldId id="369"/>
            <p14:sldId id="372"/>
            <p14:sldId id="373"/>
            <p14:sldId id="370"/>
            <p14:sldId id="371"/>
            <p14:sldId id="374"/>
            <p14:sldId id="260"/>
            <p14:sldId id="261"/>
            <p14:sldId id="262"/>
            <p14:sldId id="263"/>
            <p14:sldId id="266"/>
            <p14:sldId id="264"/>
            <p14:sldId id="268"/>
            <p14:sldId id="267"/>
            <p14:sldId id="269"/>
            <p14:sldId id="270"/>
            <p14:sldId id="271"/>
            <p14:sldId id="272"/>
          </p14:sldIdLst>
        </p14:section>
        <p14:section name="Материалы" id="{0F84D0DE-CEB1-417E-B269-8B3EB04B5FA6}">
          <p14:sldIdLst>
            <p14:sldId id="338"/>
            <p14:sldId id="368"/>
            <p14:sldId id="341"/>
            <p14:sldId id="342"/>
            <p14:sldId id="343"/>
            <p14:sldId id="344"/>
            <p14:sldId id="346"/>
            <p14:sldId id="357"/>
          </p14:sldIdLst>
        </p14:section>
      </p14:sectionLst>
    </p:ext>
    <p:ext uri="{EFAFB233-063F-42B5-8137-9DF3F51BA10A}">
      <p15:sldGuideLst xmlns:p15="http://schemas.microsoft.com/office/powerpoint/2012/main">
        <p15:guide id="2" pos="597" userDrawn="1">
          <p15:clr>
            <a:srgbClr val="A4A3A4"/>
          </p15:clr>
        </p15:guide>
        <p15:guide id="3" pos="3591" userDrawn="1">
          <p15:clr>
            <a:srgbClr val="A4A3A4"/>
          </p15:clr>
        </p15:guide>
        <p15:guide id="4" pos="5496" userDrawn="1">
          <p15:clr>
            <a:srgbClr val="A4A3A4"/>
          </p15:clr>
        </p15:guide>
        <p15:guide id="5" pos="4112" userDrawn="1">
          <p15:clr>
            <a:srgbClr val="A4A3A4"/>
          </p15:clr>
        </p15:guide>
        <p15:guide id="6" pos="393" userDrawn="1">
          <p15:clr>
            <a:srgbClr val="A4A3A4"/>
          </p15:clr>
        </p15:guide>
        <p15:guide id="7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CCEE4"/>
    <a:srgbClr val="FFD6E3"/>
    <a:srgbClr val="FFFFFF"/>
    <a:srgbClr val="753A93"/>
    <a:srgbClr val="976BAE"/>
    <a:srgbClr val="F92571"/>
    <a:srgbClr val="8226E3"/>
    <a:srgbClr val="2D1451"/>
    <a:srgbClr val="222A35"/>
    <a:srgbClr val="55D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3" autoAdjust="0"/>
    <p:restoredTop sz="95839"/>
  </p:normalViewPr>
  <p:slideViewPr>
    <p:cSldViewPr snapToGrid="0" showGuides="1">
      <p:cViewPr varScale="1">
        <p:scale>
          <a:sx n="112" d="100"/>
          <a:sy n="112" d="100"/>
        </p:scale>
        <p:origin x="200" y="360"/>
      </p:cViewPr>
      <p:guideLst>
        <p:guide pos="597"/>
        <p:guide pos="3591"/>
        <p:guide pos="5496"/>
        <p:guide pos="4112"/>
        <p:guide pos="393"/>
        <p:guide orient="horz" pos="216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6" d="100"/>
          <a:sy n="86" d="100"/>
        </p:scale>
        <p:origin x="3928" y="2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9" Type="http://schemas.openxmlformats.org/officeDocument/2006/relationships/notesMaster" Target="notesMasters/notesMaster1.xml"/><Relationship Id="rId40" Type="http://schemas.openxmlformats.org/officeDocument/2006/relationships/handoutMaster" Target="handoutMasters/handout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1C361405-0046-9D03-26A4-D7ED10EA70C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6CD2AD-A19E-4074-721F-6DBCBE680A4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E30D66-5BAA-C245-AD36-181B8EC875DB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1947EE2-63DA-C2A1-5495-30E370423A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3752603B-A0BC-AAAA-B5D6-B44F54E18AB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CD7201F-1F39-2140-9B4A-3BC1B61B40B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66286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A401BA-3150-4FF7-8D13-C8A64268AC63}" type="datetimeFigureOut">
              <a:rPr lang="ru-RU" smtClean="0"/>
              <a:t>14.09.2026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5F3B14-7AC8-406F-A299-37D374056E4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64453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[verstka:sl1]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[verstka:sl2]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[verstka:sl3]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[verstka:sl4]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[verstka:sl6]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[verstka:sl7]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[verstka:sl8]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[verstka:sl9]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[verstka:sl10]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92000" y="395288"/>
            <a:ext cx="5400000" cy="5400000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Иконка задачи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4323440"/>
            <a:ext cx="8930641" cy="827011"/>
          </a:xfrm>
          <a:noFill/>
        </p:spPr>
        <p:txBody>
          <a:bodyPr anchor="ctr" anchorCtr="0"/>
          <a:lstStyle>
            <a:lvl1pPr marL="0" indent="712788"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НАЗВАНИЕ КОМАНДЫ</a:t>
            </a:r>
          </a:p>
        </p:txBody>
      </p:sp>
      <p:sp>
        <p:nvSpPr>
          <p:cNvPr id="42" name="Рисунок 41">
            <a:extLst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802640" y="2911980"/>
            <a:ext cx="3386773" cy="1082589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Логотип/логотипы постановщика задачи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0" y="5149851"/>
            <a:ext cx="8930641" cy="757174"/>
          </a:xfrm>
          <a:noFill/>
        </p:spPr>
        <p:txBody>
          <a:bodyPr>
            <a:normAutofit/>
          </a:bodyPr>
          <a:lstStyle>
            <a:lvl1pPr marL="0" indent="712788">
              <a:buNone/>
              <a:defRPr sz="1800"/>
            </a:lvl1pPr>
          </a:lstStyle>
          <a:p>
            <a:r>
              <a:rPr lang="ru-RU" sz="1600" b="0" dirty="0"/>
              <a:t>Номер и название задачи</a:t>
            </a:r>
          </a:p>
        </p:txBody>
      </p:sp>
    </p:spTree>
    <p:extLst>
      <p:ext uri="{BB962C8B-B14F-4D97-AF65-F5344CB8AC3E}">
        <p14:creationId xmlns:p14="http://schemas.microsoft.com/office/powerpoint/2010/main" val="2349769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Рисунок 10">
            <a:extLst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894095" y="1044081"/>
            <a:ext cx="4962943" cy="2221824"/>
          </a:xfrm>
        </p:spPr>
        <p:txBody>
          <a:bodyPr anchor="ctr" anchorCtr="0"/>
          <a:lstStyle>
            <a:lvl1pPr>
              <a:defRPr/>
            </a:lvl1pPr>
          </a:lstStyle>
          <a:p>
            <a:r>
              <a:rPr lang="ru-RU" dirty="0"/>
              <a:t>Фото команды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</p:spTree>
    <p:extLst>
      <p:ext uri="{BB962C8B-B14F-4D97-AF65-F5344CB8AC3E}">
        <p14:creationId xmlns:p14="http://schemas.microsoft.com/office/powerpoint/2010/main" val="16629505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67EB9651-F031-4963-AFE9-33BCC0E88757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45" name="Заголовок 1">
            <a:extLst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6075" y="395288"/>
            <a:ext cx="11244772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/>
            </a:lvl1pPr>
          </a:lstStyle>
          <a:p>
            <a:r>
              <a:rPr lang="ru-RU" dirty="0"/>
              <a:t>КОМАНДА «НАЗВАНИЕ»</a:t>
            </a:r>
          </a:p>
        </p:txBody>
      </p:sp>
      <p:sp>
        <p:nvSpPr>
          <p:cNvPr id="47" name="Текст 35">
            <a:extLst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806323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49" name="Текст 35">
            <a:extLst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014568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1" name="Текст 35">
            <a:extLst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191192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3" name="Текст 35">
            <a:extLst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366644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  <p:sp>
        <p:nvSpPr>
          <p:cNvPr id="55" name="Текст 35">
            <a:extLst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542096" y="4192124"/>
            <a:ext cx="1843581" cy="1576498"/>
          </a:xfrm>
          <a:prstGeom prst="rect">
            <a:avLst/>
          </a:prstGeom>
          <a:ln>
            <a:noFill/>
          </a:ln>
        </p:spPr>
        <p:txBody>
          <a:bodyPr>
            <a:normAutofit/>
          </a:bodyPr>
          <a:lstStyle>
            <a:lvl1pPr marL="144688" indent="-144688">
              <a:buClr>
                <a:schemeClr val="accent1"/>
              </a:buClr>
              <a:buFont typeface="Wingdings" pitchFamily="2" charset="2"/>
              <a:buChar char="§"/>
              <a:defRPr sz="1400"/>
            </a:lvl1pPr>
          </a:lstStyle>
          <a:p>
            <a:pPr lvl="0"/>
            <a:r>
              <a:rPr lang="ru-RU" dirty="0"/>
              <a:t>Роль в команде</a:t>
            </a:r>
          </a:p>
          <a:p>
            <a:pPr lvl="0"/>
            <a:r>
              <a:rPr lang="en-US" dirty="0"/>
              <a:t>Telegram</a:t>
            </a:r>
          </a:p>
          <a:p>
            <a:pPr lvl="0"/>
            <a:r>
              <a:rPr lang="ru-RU" dirty="0"/>
              <a:t>Номер</a:t>
            </a:r>
          </a:p>
        </p:txBody>
      </p:sp>
    </p:spTree>
    <p:extLst>
      <p:ext uri="{BB962C8B-B14F-4D97-AF65-F5344CB8AC3E}">
        <p14:creationId xmlns:p14="http://schemas.microsoft.com/office/powerpoint/2010/main" val="21874350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Дата 3">
            <a:extLst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1021F813-DBA1-42EC-A748-A9CC16659E6B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4">
            <a:extLst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1" name="Номер слайда 5">
            <a:extLst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664328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Текст 2">
            <a:extLst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1" name="Дата 3">
            <a:extLst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7DE2642A-6018-4CC1-81AB-5FD8D2782D4F}" type="datetime1">
              <a:rPr lang="ru-RU" smtClean="0"/>
              <a:t>14.09.2026</a:t>
            </a:fld>
            <a:endParaRPr lang="ru-RU"/>
          </a:p>
        </p:txBody>
      </p:sp>
      <p:sp>
        <p:nvSpPr>
          <p:cNvPr id="22" name="Нижний колонтитул 4">
            <a:extLst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3" name="Номер слайда 5">
            <a:extLst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>
            <a:lvl1pPr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46889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5387" y="1016001"/>
            <a:ext cx="5704418" cy="518477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6" y="1016001"/>
            <a:ext cx="5670473" cy="5184774"/>
          </a:xfrm>
        </p:spPr>
        <p:txBody>
          <a:bodyPr/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4" name="Дата 3">
            <a:extLst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3014BBE-C503-4380-A869-5EE8294FE947}" type="datetime1">
              <a:rPr lang="ru-RU" smtClean="0"/>
              <a:t>14.09.2026</a:t>
            </a:fld>
            <a:endParaRPr lang="ru-RU"/>
          </a:p>
        </p:txBody>
      </p:sp>
      <p:sp>
        <p:nvSpPr>
          <p:cNvPr id="15" name="Нижний колонтитул 4">
            <a:extLst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Номер слайда 5">
            <a:extLst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15869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>
            <a:extLst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86" y="1015427"/>
            <a:ext cx="5682193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9334" y="1598615"/>
            <a:ext cx="5648250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5" y="1015427"/>
            <a:ext cx="5684841" cy="365125"/>
          </a:xfrm>
        </p:spPr>
        <p:txBody>
          <a:bodyPr anchor="b">
            <a:normAutofit/>
          </a:bodyPr>
          <a:lstStyle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1598615"/>
            <a:ext cx="5670473" cy="46021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2" name="Дата 3">
            <a:extLst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D568497-304A-497F-ADAE-97D3CF462C1C}" type="datetime1">
              <a:rPr lang="ru-RU" smtClean="0"/>
              <a:t>14.09.2026</a:t>
            </a:fld>
            <a:endParaRPr lang="ru-RU"/>
          </a:p>
        </p:txBody>
      </p:sp>
      <p:sp>
        <p:nvSpPr>
          <p:cNvPr id="13" name="Нижний колонтитул 4">
            <a:extLst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4" name="Номер слайда 5">
            <a:extLst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34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449471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2CB240C-04A3-49D4-83F9-87A9C6C414DC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55138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4966" y="1015999"/>
            <a:ext cx="4437062" cy="1213417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94" y="1015999"/>
            <a:ext cx="6673847" cy="5049521"/>
          </a:xfrm>
        </p:spPr>
        <p:txBody>
          <a:bodyPr>
            <a:normAutofit/>
          </a:bodyPr>
          <a:lstStyle>
            <a:lvl1pPr>
              <a:defRPr sz="1773"/>
            </a:lvl1pPr>
            <a:lvl2pPr>
              <a:defRPr sz="1520"/>
            </a:lvl2pPr>
            <a:lvl3pPr>
              <a:defRPr sz="1266"/>
            </a:lvl3pPr>
            <a:lvl4pPr>
              <a:defRPr sz="1141"/>
            </a:lvl4pPr>
            <a:lvl5pPr>
              <a:defRPr sz="1141"/>
            </a:lvl5pPr>
            <a:lvl6pPr>
              <a:defRPr sz="1266"/>
            </a:lvl6pPr>
            <a:lvl7pPr>
              <a:defRPr sz="1266"/>
            </a:lvl7pPr>
            <a:lvl8pPr>
              <a:defRPr sz="1266"/>
            </a:lvl8pPr>
            <a:lvl9pPr>
              <a:defRPr sz="1266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34966" y="2428239"/>
            <a:ext cx="4437062" cy="363728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Дата 3">
            <a:extLst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E74468B-3512-454B-AB51-7AE95604D39E}" type="datetime1">
              <a:rPr lang="ru-RU" smtClean="0"/>
              <a:t>14.09.2026</a:t>
            </a:fld>
            <a:endParaRPr lang="ru-RU"/>
          </a:p>
        </p:txBody>
      </p:sp>
      <p:sp>
        <p:nvSpPr>
          <p:cNvPr id="9" name="Нижний колонтитул 4">
            <a:extLst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0" name="Номер слайда 5">
            <a:extLst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55850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4">
            <a:extLst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B2196-A440-4E25-B9FF-D0ADB01B1A1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2640" y="3922529"/>
            <a:ext cx="5293359" cy="1654542"/>
          </a:xfrm>
        </p:spPr>
        <p:txBody>
          <a:bodyPr anchor="ctr" anchorCtr="0"/>
          <a:lstStyle>
            <a:lvl1pPr algn="l"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sp>
        <p:nvSpPr>
          <p:cNvPr id="18" name="Номер слайда 5">
            <a:extLst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71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7BAE699-64F9-49EF-B784-2DEF2B221955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Текст 6">
            <a:extLst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873541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2" name="Текст 9">
            <a:extLst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873544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3" name="Текст 6">
            <a:extLst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854185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4" name="Текст 9">
            <a:extLst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54185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15" name="Текст 6">
            <a:extLst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854185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16" name="Текст 9">
            <a:extLst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854185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0" name="Текст 6">
            <a:extLst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546648" y="1222713"/>
            <a:ext cx="3866856" cy="423628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1" name="Текст 9">
            <a:extLst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7546651" y="1790324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2" name="Текст 6">
            <a:extLst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7527292" y="2826697"/>
            <a:ext cx="3866856" cy="403756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3" name="Текст 9">
            <a:extLst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7527292" y="3374436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4" name="Текст 6">
            <a:extLst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7527292" y="4410809"/>
            <a:ext cx="3866856" cy="403913"/>
          </a:xfrm>
        </p:spPr>
        <p:txBody>
          <a:bodyPr>
            <a:noAutofit/>
          </a:bodyPr>
          <a:lstStyle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Заголовок</a:t>
            </a:r>
          </a:p>
        </p:txBody>
      </p:sp>
      <p:sp>
        <p:nvSpPr>
          <p:cNvPr id="25" name="Текст 9">
            <a:extLst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527292" y="4958548"/>
            <a:ext cx="3866856" cy="672075"/>
          </a:xfrm>
        </p:spPr>
        <p:txBody>
          <a:bodyPr>
            <a:normAutofit/>
          </a:bodyPr>
          <a:lstStyle>
            <a:lvl2pPr>
              <a:defRPr sz="1400"/>
            </a:lvl2pPr>
          </a:lstStyle>
          <a:p>
            <a:pPr lvl="1"/>
            <a:r>
              <a:rPr lang="ru-RU" dirty="0"/>
              <a:t>Описание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Текст 6">
            <a:extLst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78493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01</a:t>
            </a:r>
          </a:p>
        </p:txBody>
      </p:sp>
      <p:sp>
        <p:nvSpPr>
          <p:cNvPr id="28" name="Текст 6">
            <a:extLst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759137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02</a:t>
            </a:r>
          </a:p>
        </p:txBody>
      </p:sp>
      <p:sp>
        <p:nvSpPr>
          <p:cNvPr id="29" name="Текст 6">
            <a:extLst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759137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03</a:t>
            </a:r>
          </a:p>
        </p:txBody>
      </p:sp>
      <p:sp>
        <p:nvSpPr>
          <p:cNvPr id="30" name="Текст 6">
            <a:extLst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51600" y="1187988"/>
            <a:ext cx="771003" cy="423628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04</a:t>
            </a:r>
          </a:p>
        </p:txBody>
      </p:sp>
      <p:sp>
        <p:nvSpPr>
          <p:cNvPr id="31" name="Текст 6">
            <a:extLst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432244" y="2791972"/>
            <a:ext cx="771003" cy="403756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05</a:t>
            </a:r>
          </a:p>
        </p:txBody>
      </p:sp>
      <p:sp>
        <p:nvSpPr>
          <p:cNvPr id="32" name="Текст 6">
            <a:extLst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6432244" y="4376084"/>
            <a:ext cx="771003" cy="403913"/>
          </a:xfrm>
        </p:spPr>
        <p:txBody>
          <a:bodyPr>
            <a:noAutofit/>
          </a:bodyPr>
          <a:lstStyle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1888580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CAFA80CC-940E-479C-90C0-76DA923785E9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268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7" name="Рисунок 7">
            <a:extLst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440147" y="1016001"/>
            <a:ext cx="4405777" cy="3078479"/>
          </a:xfrm>
        </p:spPr>
        <p:txBody>
          <a:bodyPr/>
          <a:lstStyle/>
          <a:p>
            <a:endParaRPr lang="ru-RU"/>
          </a:p>
        </p:txBody>
      </p:sp>
      <p:sp>
        <p:nvSpPr>
          <p:cNvPr id="28" name="Рисунок 9">
            <a:extLst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440149" y="4389108"/>
            <a:ext cx="4405775" cy="1811668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Рисунок 11">
            <a:extLst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346075" y="3223948"/>
            <a:ext cx="6806142" cy="2976827"/>
          </a:xfrm>
        </p:spPr>
        <p:txBody>
          <a:bodyPr/>
          <a:lstStyle/>
          <a:p>
            <a:endParaRPr lang="ru-RU"/>
          </a:p>
        </p:txBody>
      </p:sp>
      <p:sp>
        <p:nvSpPr>
          <p:cNvPr id="30" name="Текст 15">
            <a:extLst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46075" y="1016001"/>
            <a:ext cx="6806142" cy="2029882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53601696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82A4DA7B-A7D8-4443-AD1C-4C7CDC678488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23" name="Текст 101">
            <a:extLst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994303" y="2973742"/>
            <a:ext cx="2190810" cy="910516"/>
          </a:xfrm>
        </p:spPr>
        <p:txBody>
          <a:bodyPr/>
          <a:lstStyle>
            <a:lvl1pPr marL="0" indent="0" algn="ctr">
              <a:buNone/>
              <a:defRPr lang="ru-RU" dirty="0"/>
            </a:lvl1pPr>
          </a:lstStyle>
          <a:p>
            <a:pPr lvl="0"/>
            <a:r>
              <a:rPr lang="ru-RU" dirty="0"/>
              <a:t>Текст</a:t>
            </a:r>
          </a:p>
        </p:txBody>
      </p:sp>
      <p:sp>
        <p:nvSpPr>
          <p:cNvPr id="75" name="Текст 74">
            <a:extLst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662924" y="158812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74">
            <a:extLst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62924" y="2445138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74">
            <a:extLst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62924" y="3302147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74">
            <a:extLst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62924" y="415915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74">
            <a:extLst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662924" y="5016166"/>
            <a:ext cx="4902200" cy="712587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3761097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4E505DF-C567-47F2-9374-60838F80010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1107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26867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626932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807582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3407647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4584029"/>
            <a:ext cx="4790314" cy="1615356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5184094"/>
            <a:ext cx="4790314" cy="1015291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266994856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2938A0C3-5C2F-47B8-B008-79A49A1195B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532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10163864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BF4F29EB-DFD0-428E-8E89-ED117A3553E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721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1" name="Текст 35">
            <a:extLst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683077" y="1016000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2" name="Текст 35">
            <a:extLst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683077" y="1395537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Текст 35">
            <a:extLst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83077" y="2284561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Текст 35">
            <a:extLst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83077" y="2664098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Текст 35">
            <a:extLst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683077" y="3553122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Текст 35">
            <a:extLst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83077" y="3932659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8" name="Текст 35">
            <a:extLst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83077" y="4821684"/>
            <a:ext cx="4790314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9" name="Текст 35">
            <a:extLst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83077" y="5201221"/>
            <a:ext cx="4790314" cy="64216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380588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52F0272-0FEA-44CE-966E-3D169B2F53D4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Текст 35">
            <a:extLst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346075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9" name="Текст 35">
            <a:extLst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346075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2" name="Текст 35">
            <a:extLst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4832960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3" name="Текст 35">
            <a:extLst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832960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4" name="Текст 35">
            <a:extLst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30862" y="1024937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5" name="Текст 35">
            <a:extLst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330862" y="1380939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6" name="Текст 35">
            <a:extLst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2593517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7" name="Текст 35">
            <a:extLst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2593517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8" name="Текст 35">
            <a:extLst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080402" y="4358152"/>
            <a:ext cx="2526079" cy="1476687"/>
          </a:xfrm>
          <a:prstGeom prst="roundRect">
            <a:avLst>
              <a:gd name="adj" fmla="val 1588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79" name="Текст 35">
            <a:extLst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7080402" y="4714154"/>
            <a:ext cx="2526079" cy="1120685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4256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5591179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062B0DBE-B5A9-470E-85A9-7CC062D5339A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7650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7027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Описание проблемы 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464542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8385481" y="3810175"/>
            <a:ext cx="3264113" cy="2375115"/>
          </a:xfrm>
          <a:prstGeom prst="roundRect">
            <a:avLst>
              <a:gd name="adj" fmla="val 10167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dirty="0"/>
              <a:t>Ваше предложение решения данной проблемы</a:t>
            </a:r>
          </a:p>
        </p:txBody>
      </p:sp>
      <p:sp>
        <p:nvSpPr>
          <p:cNvPr id="189" name="Текст 35">
            <a:extLst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17027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Проблема</a:t>
            </a:r>
          </a:p>
        </p:txBody>
      </p:sp>
      <p:sp>
        <p:nvSpPr>
          <p:cNvPr id="190" name="Текст 35">
            <a:extLst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464542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Альтернативные решения</a:t>
            </a:r>
          </a:p>
        </p:txBody>
      </p:sp>
      <p:sp>
        <p:nvSpPr>
          <p:cNvPr id="191" name="Текст 35">
            <a:extLst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385481" y="3252336"/>
            <a:ext cx="3264113" cy="391783"/>
          </a:xfrm>
          <a:prstGeom prst="roundRect">
            <a:avLst>
              <a:gd name="adj" fmla="val 10167"/>
            </a:avLst>
          </a:prstGeom>
          <a:noFill/>
        </p:spPr>
        <p:txBody>
          <a:bodyPr>
            <a:noAutofit/>
          </a:bodyPr>
          <a:lstStyle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Решение</a:t>
            </a:r>
          </a:p>
        </p:txBody>
      </p:sp>
    </p:spTree>
    <p:extLst>
      <p:ext uri="{BB962C8B-B14F-4D97-AF65-F5344CB8AC3E}">
        <p14:creationId xmlns:p14="http://schemas.microsoft.com/office/powerpoint/2010/main" val="87527380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62940" y="1264478"/>
            <a:ext cx="3866121" cy="2436377"/>
          </a:xfrm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4D396B86-640F-4AD1-BBB2-E085B6CD8771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6075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40502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1" name="Текст 7">
            <a:extLst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30203" y="4656083"/>
            <a:ext cx="3626835" cy="154469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346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3AF0E63-1EB1-47F5-B09E-CA3E5DE528F3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00" name="Заголовок 1">
            <a:extLst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3289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10643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90" name="Текст 7">
            <a:extLst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857950" y="4324451"/>
            <a:ext cx="4121687" cy="161226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9" name="Picture Placeholder 1">
            <a:extLst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210642" y="1577998"/>
            <a:ext cx="4121688" cy="2283975"/>
          </a:xfrm>
        </p:spPr>
      </p:sp>
      <p:sp>
        <p:nvSpPr>
          <p:cNvPr id="123" name="Picture Placeholder 1">
            <a:extLst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855540" y="1577998"/>
            <a:ext cx="4121688" cy="2283975"/>
          </a:xfrm>
        </p:spPr>
      </p:sp>
    </p:spTree>
    <p:extLst>
      <p:ext uri="{BB962C8B-B14F-4D97-AF65-F5344CB8AC3E}">
        <p14:creationId xmlns:p14="http://schemas.microsoft.com/office/powerpoint/2010/main" val="228239539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09872" y="1235915"/>
            <a:ext cx="2172255" cy="4602697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30" name="Текст 35">
            <a:extLst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6349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6" name="Текст 35">
            <a:extLst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56349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7" name="Текст 35">
            <a:extLst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040021" y="1641283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8" name="Текст 35">
            <a:extLst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040021" y="2020820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9" name="Текст 35">
            <a:extLst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6349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4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0" name="Текст 35">
            <a:extLst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56349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1" name="Текст 35">
            <a:extLst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040021" y="3864598"/>
            <a:ext cx="3812931" cy="1021701"/>
          </a:xfrm>
          <a:prstGeom prst="roundRect">
            <a:avLst/>
          </a:prstGeom>
          <a:gradFill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>
            <a:noAutofit/>
          </a:bodyPr>
          <a:lstStyle>
            <a:lvl1pPr>
              <a:defRPr sz="1800" b="1">
                <a:solidFill>
                  <a:schemeClr val="accent2"/>
                </a:solidFill>
              </a:defRPr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2" name="Текст 35">
            <a:extLst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040021" y="4244135"/>
            <a:ext cx="3812931" cy="1290596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ru-RU" dirty="0"/>
              <a:t>Образец текста</a:t>
            </a:r>
          </a:p>
        </p:txBody>
      </p:sp>
      <p:cxnSp>
        <p:nvCxnSpPr>
          <p:cNvPr id="168" name="Google Shape;2799;p94">
            <a:extLst>
              <a:ext uri="{FF2B5EF4-FFF2-40B4-BE49-F238E27FC236}">
                <a16:creationId xmlns:a16="http://schemas.microsoft.com/office/drawing/2014/main" id="{FA0271FA-A51F-4387-9143-29364B78BFC3}"/>
              </a:ext>
            </a:extLst>
          </p:cNvPr>
          <p:cNvCxnSpPr>
            <a:cxnSpLocks/>
          </p:cNvCxnSpPr>
          <p:nvPr userDrawn="1"/>
        </p:nvCxnSpPr>
        <p:spPr>
          <a:xfrm>
            <a:off x="4244694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>
              <a:ext uri="{FF2B5EF4-FFF2-40B4-BE49-F238E27FC236}">
                <a16:creationId xmlns:a16="http://schemas.microsoft.com/office/drawing/2014/main" id="{83B50154-F03F-4297-B4A8-C77D1687B8DA}"/>
              </a:ext>
            </a:extLst>
          </p:cNvPr>
          <p:cNvCxnSpPr>
            <a:cxnSpLocks/>
          </p:cNvCxnSpPr>
          <p:nvPr userDrawn="1"/>
        </p:nvCxnSpPr>
        <p:spPr>
          <a:xfrm>
            <a:off x="4244694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>
              <a:ext uri="{FF2B5EF4-FFF2-40B4-BE49-F238E27FC236}">
                <a16:creationId xmlns:a16="http://schemas.microsoft.com/office/drawing/2014/main" id="{89D0D73E-B609-4208-BFA6-94ED3BC232A9}"/>
              </a:ext>
            </a:extLst>
          </p:cNvPr>
          <p:cNvCxnSpPr>
            <a:cxnSpLocks/>
          </p:cNvCxnSpPr>
          <p:nvPr userDrawn="1"/>
        </p:nvCxnSpPr>
        <p:spPr>
          <a:xfrm>
            <a:off x="7250583" y="1870413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>
              <a:ext uri="{FF2B5EF4-FFF2-40B4-BE49-F238E27FC236}">
                <a16:creationId xmlns:a16="http://schemas.microsoft.com/office/drawing/2014/main" id="{1DD03E5E-FCF0-4EC5-BA97-518950F7A41C}"/>
              </a:ext>
            </a:extLst>
          </p:cNvPr>
          <p:cNvCxnSpPr>
            <a:cxnSpLocks/>
          </p:cNvCxnSpPr>
          <p:nvPr userDrawn="1"/>
        </p:nvCxnSpPr>
        <p:spPr>
          <a:xfrm>
            <a:off x="7250583" y="4094630"/>
            <a:ext cx="686698" cy="0"/>
          </a:xfrm>
          <a:prstGeom prst="straightConnector1">
            <a:avLst/>
          </a:prstGeom>
          <a:noFill/>
          <a:ln w="25400" cap="flat" cmpd="sng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9" name="Дата 8">
            <a:extLst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10" name="Нижний колонтитул 9">
            <a:extLst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641972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Picture Placeholder 1">
            <a:extLst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001460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75" name="Picture Placeholder 1">
            <a:extLst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1097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02" name="Picture Placeholder 1">
            <a:extLst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660734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171" name="Picture Placeholder 1">
            <a:extLst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490368" y="1038224"/>
            <a:ext cx="1726214" cy="3657600"/>
          </a:xfrm>
          <a:prstGeom prst="roundRect">
            <a:avLst>
              <a:gd name="adj" fmla="val 12528"/>
            </a:avLst>
          </a:prstGeom>
          <a:noFill/>
        </p:spPr>
      </p:sp>
      <p:sp>
        <p:nvSpPr>
          <p:cNvPr id="5" name="Дата 3">
            <a:extLst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DC8C16AD-D907-4463-BE30-FCBB33ACAE3F}" type="datetime1">
              <a:rPr lang="ru-RU" smtClean="0"/>
              <a:t>14.09.2026</a:t>
            </a:fld>
            <a:endParaRPr lang="ru-RU"/>
          </a:p>
        </p:txBody>
      </p:sp>
      <p:sp>
        <p:nvSpPr>
          <p:cNvPr id="6" name="Нижний колонтитул 4">
            <a:extLst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Номер слайда 5">
            <a:extLst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7" name="Текст 7">
            <a:extLst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076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8" name="Текст 7">
            <a:extLst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69562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99" name="Текст 7">
            <a:extLst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93048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0" name="Текст 7">
            <a:extLst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116535" y="4929435"/>
            <a:ext cx="2739248" cy="127134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21864585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769503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Relationship Id="rId25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75" y="421226"/>
            <a:ext cx="9862734" cy="376138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5392" y="1016177"/>
            <a:ext cx="11561229" cy="51607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6390" y="6356362"/>
            <a:ext cx="10476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9D490EE5-ED7D-46E8-8345-A78A0CB0F4A4}" type="datetime1">
              <a:rPr lang="ru-RU" smtClean="0"/>
              <a:t>14.09.2026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9571" y="6356362"/>
            <a:ext cx="95747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Номер слайда 5">
            <a:extLst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3507" y="6356358"/>
            <a:ext cx="5591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>
            <a:fld id="{52DCC5B9-D646-4B76-891F-6FF4E74E9CB4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615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704" r:id="rId2"/>
    <p:sldLayoutId id="2147483694" r:id="rId3"/>
    <p:sldLayoutId id="2147483688" r:id="rId4"/>
    <p:sldLayoutId id="2147483662" r:id="rId5"/>
    <p:sldLayoutId id="2147483663" r:id="rId6"/>
    <p:sldLayoutId id="2147483664" r:id="rId7"/>
    <p:sldLayoutId id="2147483666" r:id="rId8"/>
    <p:sldLayoutId id="2147483667" r:id="rId9"/>
    <p:sldLayoutId id="2147483668" r:id="rId10"/>
    <p:sldLayoutId id="2147483689" r:id="rId11"/>
    <p:sldLayoutId id="2147483690" r:id="rId12"/>
    <p:sldLayoutId id="2147483702" r:id="rId13"/>
    <p:sldLayoutId id="2147483691" r:id="rId14"/>
    <p:sldLayoutId id="2147483692" r:id="rId15"/>
    <p:sldLayoutId id="2147483693" r:id="rId16"/>
    <p:sldLayoutId id="2147483696" r:id="rId17"/>
    <p:sldLayoutId id="2147483697" r:id="rId18"/>
    <p:sldLayoutId id="2147483698" r:id="rId19"/>
    <p:sldLayoutId id="2147483699" r:id="rId20"/>
    <p:sldLayoutId id="2147483700" r:id="rId21"/>
    <p:sldLayoutId id="2147483701" r:id="rId22"/>
    <p:sldLayoutId id="2147483703" r:id="rId23"/>
  </p:sldLayoutIdLst>
  <p:hf hdr="0" ftr="0" dt="0"/>
  <p:txStyles>
    <p:titleStyle>
      <a:lvl1pPr algn="l" defTabSz="578755" rtl="0" eaLnBrk="1" latinLnBrk="0" hangingPunct="1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ea"/>
          <a:cs typeface="Amatic SC" panose="00000500000000000000" pitchFamily="2" charset="-79"/>
        </a:defRPr>
      </a:lvl1pPr>
    </p:titleStyle>
    <p:bodyStyle>
      <a:lvl1pPr marL="144688" indent="-144688" algn="l" defTabSz="578755" rtl="0" eaLnBrk="1" latinLnBrk="0" hangingPunct="1">
        <a:lnSpc>
          <a:spcPct val="90000"/>
        </a:lnSpc>
        <a:spcBef>
          <a:spcPts val="631"/>
        </a:spcBef>
        <a:buFont typeface="Arial" panose="020B0604020202020204" pitchFamily="34" charset="0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1pPr>
      <a:lvl2pPr marL="434067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2pPr>
      <a:lvl3pPr marL="72344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3pPr>
      <a:lvl4pPr marL="101282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4pPr>
      <a:lvl5pPr marL="1302200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ea"/>
          <a:cs typeface="+mn-cs"/>
        </a:defRPr>
      </a:lvl5pPr>
      <a:lvl6pPr marL="1591576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880955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170334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459712" indent="-144688" algn="l" defTabSz="578755" rtl="0" eaLnBrk="1" latinLnBrk="0" hangingPunct="1">
        <a:lnSpc>
          <a:spcPct val="90000"/>
        </a:lnSpc>
        <a:spcBef>
          <a:spcPts val="317"/>
        </a:spcBef>
        <a:buFont typeface="Arial" panose="020B0604020202020204" pitchFamily="34" charset="0"/>
        <a:buChar char="•"/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1pPr>
      <a:lvl2pPr marL="289378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2pPr>
      <a:lvl3pPr marL="578755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3pPr>
      <a:lvl4pPr marL="868132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4pPr>
      <a:lvl5pPr marL="1157510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5pPr>
      <a:lvl6pPr marL="1446887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6pPr>
      <a:lvl7pPr marL="1736266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7pPr>
      <a:lvl8pPr marL="2025644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8pPr>
      <a:lvl9pPr marL="2315021" algn="l" defTabSz="578755" rtl="0" eaLnBrk="1" latinLnBrk="0" hangingPunct="1">
        <a:defRPr sz="114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val="F26B43"/>
          </p15:clr>
        </p15:guide>
        <p15:guide id="20" orient="horz" pos="482">
          <p15:clr>
            <a:srgbClr val="F26B43"/>
          </p15:clr>
        </p15:guide>
        <p15:guide id="21" pos="218">
          <p15:clr>
            <a:srgbClr val="F26B43"/>
          </p15:clr>
        </p15:guide>
        <p15:guide id="22" pos="7469">
          <p15:clr>
            <a:srgbClr val="F26B43"/>
          </p15:clr>
        </p15:guide>
        <p15:guide id="23" orient="horz" pos="249">
          <p15:clr>
            <a:srgbClr val="F26B43"/>
          </p15:clr>
        </p15:guide>
        <p15:guide id="24" orient="horz" pos="4042">
          <p15:clr>
            <a:srgbClr val="F26B43"/>
          </p15:clr>
        </p15:guide>
        <p15:guide id="25" orient="horz" pos="3906">
          <p15:clr>
            <a:srgbClr val="F26B43"/>
          </p15:clr>
        </p15:guide>
        <p15:guide id="26" orient="horz" pos="640">
          <p15:clr>
            <a:srgbClr val="F26B43"/>
          </p15:clr>
        </p15:guide>
        <p15:guide id="27" pos="3840">
          <p15:clr>
            <a:srgbClr val="F26B43"/>
          </p15:clr>
        </p15:guide>
      </p15:sldGuideLst>
    </p:ext>
  </p:extLst>
</p:sldMaster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0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3600" dirty="0"/>
              <a:t>Verstka — цифровой дизайнер презентаций</a:t>
            </a:r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5659501"/>
            <a:ext cx="8930641" cy="757174"/>
          </a:xfrm>
        </p:spPr>
        <p:txBody>
          <a:bodyPr anchor="ctr"/>
          <a:lstStyle/>
          <a:p>
            <a:pPr indent="268288">
              <a:buNone/>
            </a:pPr>
            <a:r>
              <a:rPr lang="ru-RU" dirty="0"/>
              <a:t>жюри хакатона «Лидеры цифровой трансформации 2026»</a:t>
            </a:r>
            <a:endParaRPr lang="ru-RU" dirty="0"/>
          </a:p>
        </p:txBody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3750912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Команды тратят часы на то, чтобы уложить готовый текст в фирменный шаблон</a:t>
            </a:r>
          </a:p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Шаблоны живут как набор примеров, а не как правила</a:t>
            </a:r>
          </a:p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Генераторы презентаций рисуют «похоже», но не в стиле компании и без редактируемых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Палитру с ролями</a:t>
            </a:r>
          </a:p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Шкалу кеглей</a:t>
            </a:r>
          </a:p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Сетку</a:t>
            </a:r>
          </a:p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Хром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3571170" cy="376138"/>
          </a:xfrm>
        </p:spPr>
        <p:txBody>
          <a:bodyPr/>
          <a:lstStyle/>
          <a:p>
            <a:r>
              <a:rPr lang="ru-RU" dirty="0"/>
              <a:t>Проблема и решение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1600" b="1" dirty="0">
                <a:solidFill>
                  <a:schemeClr val="accent5"/>
                </a:solidFill>
              </a:rPr>
              <a:t>Проблема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1600" b="1" dirty="0">
                <a:solidFill>
                  <a:schemeClr val="accent5"/>
                </a:solidFill>
              </a:rPr>
              <a:t>Verstka читает любой PPTX как набор правил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2651394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2823678" y="4250028"/>
            <a:ext cx="1894354" cy="1934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940">
                <a:solidFill>
                  <a:schemeClr val="tx1"/>
                </a:solidFill>
              </a:rPr>
              <a:t>Бриф превращается в реестр фактов и план колоды с заголовками-выводами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2823677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План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4956712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5128996" y="4250028"/>
            <a:ext cx="1894354" cy="1934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940">
                <a:solidFill>
                  <a:schemeClr val="tx1"/>
                </a:solidFill>
              </a:rPr>
              <a:t>Образец клонируется внутри пакета шаблона или слайд синтезируется из токенов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5128995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Вёрстка</a:t>
            </a:r>
          </a:p>
        </p:txBody>
      </p:sp>
      <p:sp>
        <p:nvSpPr>
          <p:cNvPr id="62" name="Скругленный прямоугольник 61">
            <a:extLst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/>
          <p:nvPr/>
        </p:nvSpPr>
        <p:spPr>
          <a:xfrm>
            <a:off x="7262031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 txBox="1">
            <a:spLocks/>
          </p:cNvSpPr>
          <p:nvPr/>
        </p:nvSpPr>
        <p:spPr>
          <a:xfrm>
            <a:off x="7434315" y="4250028"/>
            <a:ext cx="1894354" cy="1934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940">
                <a:solidFill>
                  <a:schemeClr val="tx1"/>
                </a:solidFill>
              </a:rPr>
              <a:t>27 детерминированных проверок и 11 вопросов модели по картинке слайда</a:t>
            </a:r>
          </a:p>
        </p:txBody>
      </p:sp>
      <p:sp>
        <p:nvSpPr>
          <p:cNvPr id="64" name="Текст 8">
            <a:extLst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 txBox="1">
            <a:spLocks/>
          </p:cNvSpPr>
          <p:nvPr/>
        </p:nvSpPr>
        <p:spPr>
          <a:xfrm>
            <a:off x="7434314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Аудит</a:t>
            </a:r>
          </a:p>
        </p:txBody>
      </p:sp>
      <p:sp>
        <p:nvSpPr>
          <p:cNvPr id="65" name="Скругленный прямоугольник 64">
            <a:extLst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/>
          <p:nvPr/>
        </p:nvSpPr>
        <p:spPr>
          <a:xfrm>
            <a:off x="9567349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 txBox="1">
            <a:spLocks/>
          </p:cNvSpPr>
          <p:nvPr/>
        </p:nvSpPr>
        <p:spPr>
          <a:xfrm>
            <a:off x="9739633" y="4250028"/>
            <a:ext cx="1894354" cy="1934046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940">
                <a:solidFill>
                  <a:schemeClr val="tx1"/>
                </a:solidFill>
              </a:rPr>
              <a:t>PPTX, PDF и HTML</a:t>
            </a:r>
          </a:p>
        </p:txBody>
      </p:sp>
      <p:sp>
        <p:nvSpPr>
          <p:cNvPr id="67" name="Текст 8">
            <a:extLst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 txBox="1">
            <a:spLocks/>
          </p:cNvSpPr>
          <p:nvPr/>
        </p:nvSpPr>
        <p:spPr>
          <a:xfrm>
            <a:off x="9739632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Экспорт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2192713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81397" y="1816054"/>
            <a:ext cx="1722566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2886467" y="1826554"/>
            <a:ext cx="1722566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5191784" y="1809238"/>
            <a:ext cx="1722567" cy="1559717"/>
          </a:xfrm>
        </p:spPr>
      </p:sp>
      <p:sp>
        <p:nvSpPr>
          <p:cNvPr id="5" name="Рисунок 4">
            <a:extLst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520208" y="1809238"/>
            <a:ext cx="1722567" cy="1559717"/>
          </a:xfrm>
        </p:spPr>
      </p:sp>
      <p:sp>
        <p:nvSpPr>
          <p:cNvPr id="6" name="Рисунок 5">
            <a:extLst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9802422" y="1809238"/>
            <a:ext cx="1722566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3682836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Как это работает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18360" y="4250028"/>
            <a:ext cx="1894354" cy="1934046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sz="940" dirty="0">
                <a:solidFill>
                  <a:schemeClr val="tx1"/>
                </a:solidFill>
              </a:rPr>
              <a:t>Сервис находит паттерны на слайдах-образцах, группы карточек и роли слотов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518359" y="3622118"/>
            <a:ext cx="1722566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Разбор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lang="ru-RU" sz="1200" dirty="0">
                <a:solidFill>
                  <a:schemeClr val="accent5"/>
                </a:solidFill>
              </a:rPr>
              <a:t>Девять демо-колод собраны без единой ошибки аудита</a:t>
            </a:r>
            <a:endParaRPr lang="ru-RU" sz="2000" dirty="0">
              <a:solidFill>
                <a:schemeClr val="accent5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27444" y="958177"/>
            <a:ext cx="1610546" cy="2429635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spcAft>
                <a:spcPts val="1008"/>
              </a:spcAft>
            </a:pPr>
            <a:r>
              <a:rPr sz="2880" b="1">
                <a:solidFill>
                  <a:srgbClr val="FE095F"/>
                </a:solidFill>
                <a:latin typeface="Montserrat"/>
              </a:rPr>
              <a:t>8–25 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7444" y="3495795"/>
            <a:ext cx="1610546" cy="1889716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три варианта с аудитом, автофиксом и экспортом собираются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503750" y="958177"/>
            <a:ext cx="1610546" cy="2429635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1">
                <a:solidFill>
                  <a:srgbClr val="FE095F"/>
                </a:solidFill>
                <a:latin typeface="Montserrat"/>
              </a:rPr>
              <a:t>88–100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03750" y="3495795"/>
            <a:ext cx="1610546" cy="1889716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оценка аудита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056" y="958177"/>
            <a:ext cx="1610546" cy="2429635"/>
          </a:xfrm>
          <a:prstGeom prst="rect">
            <a:avLst/>
          </a:prstGeom>
          <a:noFill/>
        </p:spPr>
        <p:txBody>
          <a:bodyPr wrap="square" lIns="45720" rIns="45720" tIns="22860" bIns="22860" anchor="b">
            <a:spAutoFit/>
          </a:bodyPr>
          <a:lstStyle/>
          <a:p>
            <a:pPr algn="l">
              <a:spcAft>
                <a:spcPts val="1008"/>
              </a:spcAft>
            </a:pPr>
            <a:r>
              <a:rPr sz="2880" b="1">
                <a:solidFill>
                  <a:srgbClr val="FE095F"/>
                </a:solidFill>
                <a:latin typeface="Montserrat"/>
              </a:rPr>
              <a:t>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056" y="3495795"/>
            <a:ext cx="1610546" cy="1889716"/>
          </a:xfrm>
          <a:prstGeom prst="rect">
            <a:avLst/>
          </a:prstGeom>
          <a:noFill/>
        </p:spPr>
        <p:txBody>
          <a:bodyPr wrap="square" lIns="45720" rIns="45720" tIns="22860" bIns="22860" anchor="t">
            <a:spAutoFit/>
          </a:bodyPr>
          <a:lstStyle/>
          <a:p>
            <a:pPr algn="l">
              <a:spcAft>
                <a:spcPts val="489"/>
              </a:spcAft>
            </a:pPr>
            <a:r>
              <a:rPr sz="1400" b="0">
                <a:solidFill>
                  <a:srgbClr val="000000"/>
                </a:solidFill>
                <a:latin typeface="Montserrat"/>
              </a:rPr>
              <a:t>все 15 контрольных колод проходят проверку схемы OOXML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lang="ru-RU" sz="2000" dirty="0">
                <a:solidFill>
                  <a:schemeClr val="accent5"/>
                </a:solidFill>
              </a:rPr>
              <a:t>Результаты на датасете: сравнение</a:t>
            </a:r>
            <a:endParaRPr lang="ru-RU" sz="2000" dirty="0">
              <a:solidFill>
                <a:schemeClr val="accent5"/>
              </a:solidFill>
            </a:endParaRP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521133" y="1263123"/>
          <a:ext cx="5574868" cy="1849120"/>
        </p:xfrm>
        <a:graphic>
          <a:graphicData uri="http://schemas.openxmlformats.org/drawingml/2006/table">
            <a:tbl>
              <a:tblPr firstRow="1" bandRow="0"/>
              <a:tblGrid>
                <a:gridCol w="1284038"/>
                <a:gridCol w="1508745"/>
                <a:gridCol w="1391041"/>
                <a:gridCol w="1391044"/>
              </a:tblGrid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Шаблон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0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Структурный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0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Визуальный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095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1">
                          <a:solidFill>
                            <a:srgbClr val="FFFFFF"/>
                          </a:solidFill>
                          <a:latin typeface="Montserrat"/>
                        </a:rPr>
                        <a:t>Компактный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E095F"/>
                    </a:solidFill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VK WorkSpace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100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91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100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VK Education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88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88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94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462280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VK Tech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100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91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 wrap="square"/>
                    <a:lstStyle/>
                    <a:p>
                      <a:pPr algn="r"/>
                      <a:r>
                        <a:rPr sz="1400" b="0">
                          <a:solidFill>
                            <a:srgbClr val="520977"/>
                          </a:solidFill>
                          <a:latin typeface="Montserrat"/>
                        </a:rPr>
                        <a:t>100</a:t>
                      </a:r>
                    </a:p>
                  </a:txBody>
                  <a:tcPr marL="72000" marR="72000" marT="36000" marB="36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000000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" name="Скругленный прямоугольник 9">
            <a:extLst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/>
          <p:nvPr/>
        </p:nvSpPr>
        <p:spPr>
          <a:xfrm>
            <a:off x="346075" y="324562"/>
            <a:ext cx="6329045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/>
          <p:nvPr/>
        </p:nvSpPr>
        <p:spPr>
          <a:xfrm>
            <a:off x="6230774" y="1211284"/>
            <a:ext cx="5440313" cy="4989492"/>
          </a:xfrm>
          <a:prstGeom prst="roundRect">
            <a:avLst>
              <a:gd name="adj" fmla="val 3865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/>
          <p:nvPr/>
        </p:nvSpPr>
        <p:spPr>
          <a:xfrm>
            <a:off x="346076" y="1211284"/>
            <a:ext cx="5440313" cy="4989492"/>
          </a:xfrm>
          <a:prstGeom prst="roundRect">
            <a:avLst>
              <a:gd name="adj" fmla="val 3407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11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89493" y="1920927"/>
            <a:ext cx="4929861" cy="3868581"/>
          </a:xfrm>
        </p:spPr>
        <p:txBody>
          <a:bodyPr>
            <a:normAutofit/>
          </a:bodyPr>
          <a:lstStyle/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Логотипы</a:t>
            </a:r>
          </a:p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Пустые рамки</a:t>
            </a:r>
          </a:p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Справочные слайды</a:t>
            </a:r>
          </a:p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Синтез</a:t>
            </a:r>
          </a:p>
        </p:txBody>
      </p:sp>
      <p:sp>
        <p:nvSpPr>
          <p:cNvPr id="7" name="Текст 6">
            <a:extLst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6513513" y="1920927"/>
            <a:ext cx="4957144" cy="3876445"/>
          </a:xfrm>
        </p:spPr>
        <p:txBody>
          <a:bodyPr>
            <a:normAutofit/>
          </a:bodyPr>
          <a:lstStyle/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Структурный</a:t>
            </a:r>
          </a:p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Визуальный</a:t>
            </a:r>
          </a:p>
          <a:p>
            <a:pPr marL="195580" indent="-195580">
              <a:buChar char="•"/>
            </a:pPr>
            <a:r>
              <a:rPr lang="ru-RU" sz="1600" dirty="0">
                <a:solidFill>
                  <a:schemeClr val="tx1"/>
                </a:solidFill>
              </a:rPr>
              <a:t>Компактный</a:t>
            </a: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56851"/>
            <a:ext cx="6149303" cy="376138"/>
          </a:xfrm>
        </p:spPr>
        <p:txBody>
          <a:bodyPr/>
          <a:lstStyle/>
          <a:p>
            <a:r>
              <a:rPr lang="ru-RU" dirty="0" sz="1600"/>
              <a:t>Невиданный шаблон и три варианта вёрстки</a:t>
            </a:r>
          </a:p>
        </p:txBody>
      </p:sp>
      <p:sp>
        <p:nvSpPr>
          <p:cNvPr id="15" name="Текст 14">
            <a:extLst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78063" y="1476583"/>
            <a:ext cx="4929861" cy="555147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Невиданный шаблон</a:t>
            </a:r>
          </a:p>
        </p:txBody>
      </p:sp>
      <p:sp>
        <p:nvSpPr>
          <p:cNvPr id="17" name="Текст 16">
            <a:extLst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6513513" y="1476583"/>
            <a:ext cx="5214724" cy="561519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ru-RU" sz="2000" b="1" dirty="0">
                <a:solidFill>
                  <a:schemeClr val="accent5"/>
                </a:solidFill>
              </a:rPr>
              <a:t>Три варианта вёрстки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/>
          <p:nvPr/>
        </p:nvSpPr>
        <p:spPr>
          <a:xfrm>
            <a:off x="346075" y="324562"/>
            <a:ext cx="6329045" cy="843459"/>
          </a:xfrm>
          <a:prstGeom prst="roundRect">
            <a:avLst>
              <a:gd name="adj" fmla="val 18706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/>
          <p:nvPr/>
        </p:nvSpPr>
        <p:spPr>
          <a:xfrm>
            <a:off x="5951744" y="1366423"/>
            <a:ext cx="5905293" cy="1583336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/>
          <p:nvPr/>
        </p:nvSpPr>
        <p:spPr>
          <a:xfrm>
            <a:off x="5951744" y="3168762"/>
            <a:ext cx="5905293" cy="1583336"/>
          </a:xfrm>
          <a:prstGeom prst="roundRect">
            <a:avLst>
              <a:gd name="adj" fmla="val 16339"/>
            </a:avLst>
          </a:prstGeom>
          <a:solidFill>
            <a:schemeClr val="bg1"/>
          </a:solidFill>
          <a:ln w="9525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72730" y="1524587"/>
            <a:ext cx="5460470" cy="1200224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dirty="0" sz="1600">
                <a:solidFill>
                  <a:schemeClr val="tx1"/>
                </a:solidFill>
              </a:rPr>
              <a:t>Смена на инференс VK — одна строка в конфиге</a:t>
            </a:r>
            <a:endParaRPr lang="ru-RU" dirty="0" sz="1600">
              <a:solidFill>
                <a:schemeClr val="tx1"/>
              </a:solidFill>
            </a:endParaRPr>
          </a:p>
        </p:txBody>
      </p:sp>
      <p:sp>
        <p:nvSpPr>
          <p:cNvPr id="6" name="Текст 5">
            <a:extLst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72730" y="3360318"/>
            <a:ext cx="5460470" cy="1200224"/>
          </a:xfrm>
          <a:noFill/>
          <a:ln>
            <a:noFill/>
          </a:ln>
        </p:spPr>
        <p:txBody>
          <a:bodyPr/>
          <a:lstStyle/>
          <a:p>
            <a:pPr marL="0" indent="0">
              <a:buNone/>
            </a:pPr>
            <a:r>
              <a:rPr lang="ru-RU" sz="1600">
                <a:solidFill>
                  <a:schemeClr val="tx1"/>
                </a:solidFill>
              </a:rPr>
              <a:t>Без модели сервис работает полностью: детерминированный разбор, планировщик и аудит</a:t>
            </a:r>
            <a:endParaRPr lang="ru-RU" sz="1600"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633200" y="6356350"/>
            <a:ext cx="558800" cy="365125"/>
          </a:xfrm>
        </p:spPr>
        <p:txBody>
          <a:bodyPr/>
          <a:lstStyle/>
          <a:p>
            <a:fld id="{52DCC5B9-D646-4B76-891F-6FF4E74E9CB4}" type="slidenum">
              <a:rPr lang="ru-RU" smtClean="0">
                <a:solidFill>
                  <a:schemeClr val="accent5"/>
                </a:solidFill>
              </a:rPr>
              <a:pPr/>
              <a:t>20</a:t>
            </a:fld>
            <a:endParaRPr lang="ru-RU" dirty="0"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5817" y="421226"/>
            <a:ext cx="6149303" cy="598678"/>
          </a:xfrm>
        </p:spPr>
        <p:txBody>
          <a:bodyPr/>
          <a:lstStyle/>
          <a:p>
            <a:r>
              <a:rPr lang="ru-RU" dirty="0"/>
              <a:t>Qwen3.8-27B под лицензией Apache 2.0 для текста и картинок</a:t>
            </a:r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56" name="Скругленный прямоугольник 55">
            <a:extLst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/>
          <p:nvPr/>
        </p:nvSpPr>
        <p:spPr>
          <a:xfrm>
            <a:off x="4188273" y="1522006"/>
            <a:ext cx="372959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 txBox="1">
            <a:spLocks/>
          </p:cNvSpPr>
          <p:nvPr/>
        </p:nvSpPr>
        <p:spPr>
          <a:xfrm>
            <a:off x="4481311" y="4250028"/>
            <a:ext cx="3222112" cy="18320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600">
                <a:solidFill>
                  <a:schemeClr val="tx1"/>
                </a:solidFill>
              </a:rPr>
              <a:t>Генерация иллюстраций открытой моделью в стиле шаблона</a:t>
            </a:r>
          </a:p>
        </p:txBody>
      </p:sp>
      <p:sp>
        <p:nvSpPr>
          <p:cNvPr id="58" name="Текст 8">
            <a:extLst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 txBox="1">
            <a:spLocks/>
          </p:cNvSpPr>
          <p:nvPr/>
        </p:nvSpPr>
        <p:spPr>
          <a:xfrm>
            <a:off x="4481309" y="3622118"/>
            <a:ext cx="2929917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Этап 2</a:t>
            </a:r>
          </a:p>
        </p:txBody>
      </p:sp>
      <p:sp>
        <p:nvSpPr>
          <p:cNvPr id="59" name="Скругленный прямоугольник 58">
            <a:extLst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/>
          <p:nvPr/>
        </p:nvSpPr>
        <p:spPr>
          <a:xfrm>
            <a:off x="8030470" y="1522006"/>
            <a:ext cx="372959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 txBox="1">
            <a:spLocks/>
          </p:cNvSpPr>
          <p:nvPr/>
        </p:nvSpPr>
        <p:spPr>
          <a:xfrm>
            <a:off x="8323508" y="4250028"/>
            <a:ext cx="3222112" cy="18320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>
              <a:spcBef>
                <a:spcPts val="600"/>
              </a:spcBef>
              <a:buFont typeface="Arial" panose="020B0604020202020204" pitchFamily="34" charset="0"/>
              <a:buNone/>
            </a:pPr>
            <a:r>
              <a:rPr lang="ru-RU" sz="1600">
                <a:solidFill>
                  <a:schemeClr val="tx1"/>
                </a:solidFill>
              </a:rPr>
              <a:t>Плагин для PowerPoint и командный режим с общими шаблонами</a:t>
            </a:r>
          </a:p>
        </p:txBody>
      </p:sp>
      <p:sp>
        <p:nvSpPr>
          <p:cNvPr id="61" name="Текст 8">
            <a:extLst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 txBox="1">
            <a:spLocks/>
          </p:cNvSpPr>
          <p:nvPr/>
        </p:nvSpPr>
        <p:spPr>
          <a:xfrm>
            <a:off x="8323506" y="3622118"/>
            <a:ext cx="2929917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Этап 3</a:t>
            </a:r>
          </a:p>
        </p:txBody>
      </p:sp>
      <p:sp>
        <p:nvSpPr>
          <p:cNvPr id="17" name="Скругленный прямоугольник 16">
            <a:extLst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/>
          <p:nvPr/>
        </p:nvSpPr>
        <p:spPr>
          <a:xfrm>
            <a:off x="346076" y="1522006"/>
            <a:ext cx="3729592" cy="4834352"/>
          </a:xfrm>
          <a:prstGeom prst="roundRect">
            <a:avLst>
              <a:gd name="adj" fmla="val 9821"/>
            </a:avLst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/>
          <p:nvPr/>
        </p:nvSpPr>
        <p:spPr>
          <a:xfrm>
            <a:off x="346075" y="324562"/>
            <a:ext cx="3952656" cy="620919"/>
          </a:xfrm>
          <a:prstGeom prst="roundRect">
            <a:avLst>
              <a:gd name="adj" fmla="val 18706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>
                <a:solidFill>
                  <a:schemeClr val="bg1"/>
                </a:solidFill>
              </a:rPr>
              <a:pPr/>
              <a:t>9</a:t>
            </a:fld>
            <a:endParaRPr lang="ru-RU" dirty="0"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>
              <a:ext uri="{FF2B5EF4-FFF2-40B4-BE49-F238E27FC236}">
                <a16:creationId xmlns:a16="http://schemas.microsoft.com/office/drawing/2014/main" id="{4C94D4FF-301C-477D-8018-73C5CC99D4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746334" y="1816054"/>
            <a:ext cx="2929917" cy="1552901"/>
          </a:xfrm>
        </p:spPr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588109" y="1826554"/>
            <a:ext cx="2929917" cy="1542401"/>
          </a:xfrm>
        </p:spPr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8430304" y="1809238"/>
            <a:ext cx="2929919" cy="1559717"/>
          </a:xfrm>
        </p:spPr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359" y="449787"/>
            <a:ext cx="3682836" cy="376138"/>
          </a:xfrm>
        </p:spPr>
        <p:txBody>
          <a:bodyPr/>
          <a:lstStyle/>
          <a:p>
            <a:r>
              <a:rPr lang="ru-RU" dirty="0">
                <a:latin typeface="+mn-lt"/>
              </a:rPr>
              <a:t>Дорожная карта</a:t>
            </a:r>
            <a:endParaRPr lang="ru-RU" dirty="0">
              <a:latin typeface="+mn-lt"/>
            </a:endParaRPr>
          </a:p>
        </p:txBody>
      </p:sp>
      <p:sp>
        <p:nvSpPr>
          <p:cNvPr id="9" name="Текст 8">
            <a:extLst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9114" y="4250028"/>
            <a:ext cx="3222112" cy="1832010"/>
          </a:xfrm>
        </p:spPr>
        <p:txBody>
          <a:bodyPr>
            <a:normAutofit/>
          </a:bodyPr>
          <a:lstStyle/>
          <a:p>
            <a:pPr rtl="0" fontAlgn="base"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ru-RU" sz="1600" dirty="0">
                <a:solidFill>
                  <a:schemeClr val="tx1"/>
                </a:solidFill>
              </a:rPr>
              <a:t>Подключение к инференсу VK и прогон на невиданных шаблонах</a:t>
            </a:r>
          </a:p>
        </p:txBody>
      </p:sp>
      <p:sp>
        <p:nvSpPr>
          <p:cNvPr id="15" name="Текст 8">
            <a:extLst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 txBox="1">
            <a:spLocks/>
          </p:cNvSpPr>
          <p:nvPr/>
        </p:nvSpPr>
        <p:spPr>
          <a:xfrm>
            <a:off x="639112" y="3622118"/>
            <a:ext cx="2929917" cy="62791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>
            <a:normAutofit/>
          </a:bodyPr>
          <a:lstStyle>
            <a:lvl1pPr marL="144688" indent="-144688" algn="l" defTabSz="578755" rtl="0" eaLnBrk="1" latinLnBrk="0" hangingPunct="1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 pitchFamily="2" charset="2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34067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72344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1282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02200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591576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80955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170334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459712" indent="-144688" algn="l" defTabSz="578755" rtl="0" eaLnBrk="1" latinLnBrk="0" hangingPunct="1">
              <a:lnSpc>
                <a:spcPct val="90000"/>
              </a:lnSpc>
              <a:spcBef>
                <a:spcPts val="317"/>
              </a:spcBef>
              <a:buFont typeface="Arial" panose="020B0604020202020204" pitchFamily="34" charset="0"/>
              <a:buChar char="•"/>
              <a:defRPr sz="114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ru-RU" sz="1600" b="1" dirty="0">
                <a:solidFill>
                  <a:schemeClr val="accent5"/>
                </a:solidFill>
              </a:rPr>
              <a:t>Этап 1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8974761F-D4F8-560C-B069-01DF6B0C0103}"/>
              </a:ext>
            </a:extLst>
          </p:cNvPr>
          <p:cNvSpPr/>
          <p:nvPr/>
        </p:nvSpPr>
        <p:spPr>
          <a:xfrm>
            <a:off x="0" y="0"/>
            <a:ext cx="6456363" cy="6858000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  <p:sp>
        <p:nvSpPr>
          <p:cNvPr id="29" name="Объект 28">
            <a:extLst>
              <a:ext uri="{FF2B5EF4-FFF2-40B4-BE49-F238E27FC236}">
                <a16:creationId xmlns:a16="http://schemas.microsoft.com/office/drawing/2014/main" id="{02AA36D4-0DFA-1A2E-6B29-8BA1BF5F96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1133" y="1263123"/>
            <a:ext cx="5574868" cy="4937652"/>
          </a:xfrm>
        </p:spPr>
        <p:txBody>
          <a:bodyPr/>
          <a:lstStyle/>
          <a:p>
            <a:pPr marL="0" indent="0">
              <a:buNone/>
            </a:pPr>
            <a:r>
              <a:rPr lang="ru-RU" dirty="0" sz="1600">
                <a:solidFill>
                  <a:schemeClr val="tx1"/>
                </a:solidFill>
              </a:rPr>
              <a:t>Просим пропустить проект в финал и дать доступ к инференсу VK</a:t>
            </a:r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>
              <a:ext uri="{FF2B5EF4-FFF2-40B4-BE49-F238E27FC236}">
                <a16:creationId xmlns:a16="http://schemas.microsoft.com/office/drawing/2014/main" id="{4CAD271A-25D6-5986-96AF-8705ED30C1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52DCC5B9-D646-4B76-891F-6FF4E74E9CB4}" type="slidenum">
              <a:rPr lang="ru-RU" smtClean="0"/>
              <a:pPr/>
              <a:t>12</a:t>
            </a:fld>
            <a:endParaRPr lang="ru-RU" dirty="0"/>
          </a:p>
        </p:txBody>
      </p:sp>
      <p:sp>
        <p:nvSpPr>
          <p:cNvPr id="28" name="Заголовок 27">
            <a:extLst>
              <a:ext uri="{FF2B5EF4-FFF2-40B4-BE49-F238E27FC236}">
                <a16:creationId xmlns:a16="http://schemas.microsoft.com/office/drawing/2014/main" id="{EA3A5BFD-C872-ACEC-AC6D-6D57CA434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7444" y="395288"/>
            <a:ext cx="5574868" cy="425729"/>
          </a:xfrm>
        </p:spPr>
        <p:txBody>
          <a:bodyPr/>
          <a:lstStyle/>
          <a:p>
            <a:r>
              <a:rPr lang="ru-RU" sz="1400" dirty="0">
                <a:solidFill>
                  <a:schemeClr val="accent5"/>
                </a:solidFill>
              </a:rPr>
              <a:t>Verstka превращает шаблон компании в правила, а бриф</a:t>
            </a:r>
            <a:endParaRPr lang="ru-RU" sz="2000" dirty="0">
              <a:solidFill>
                <a:schemeClr val="accent5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Заголовок 2">
            <a:extLst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" y="3894513"/>
            <a:ext cx="6271845" cy="1706743"/>
          </a:xfrm>
        </p:spPr>
        <p:txBody>
          <a:bodyPr/>
          <a:lstStyle/>
          <a:p>
            <a:pPr marL="268288" indent="0"/>
            <a:r>
              <a:rPr lang="ru-RU" sz="4800" dirty="0"/>
              <a:t>Спасибо за внимание</a:t>
            </a:r>
            <a:endParaRPr lang="ru-RU" sz="4800" dirty="0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05186" y="329801"/>
            <a:ext cx="5193299" cy="1082589"/>
          </a:xfrm>
        </p:spPr>
      </p:sp>
      <p:sp>
        <p:nvSpPr>
          <p:cNvPr id="2" name="Скругленный прямоугольник 1">
            <a:extLst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/>
          <p:nvPr/>
        </p:nvSpPr>
        <p:spPr>
          <a:xfrm>
            <a:off x="-296709" y="-313993"/>
            <a:ext cx="6125156" cy="2285622"/>
          </a:xfrm>
          <a:prstGeom prst="roundRect">
            <a:avLst>
              <a:gd name="adj" fmla="val 9821"/>
            </a:avLst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t"/>
          <a:lstStyle/>
          <a:p>
            <a:pPr algn="ctr"/>
            <a:endParaRPr lang="ru-RU" b="1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alpha val="0"/>
          </a:schemeClr>
        </a:solidFill>
        <a:ln w="19050">
          <a:solidFill>
            <a:schemeClr val="bg1">
              <a:alpha val="47000"/>
            </a:schemeClr>
          </a:solidFill>
        </a:ln>
      </a:spPr>
      <a:bodyPr rtlCol="0" anchor="t"/>
      <a:lstStyle>
        <a:defPPr algn="ctr">
          <a:defRPr b="1" dirty="0" smtClean="0">
            <a:solidFill>
              <a:schemeClr val="accent2"/>
            </a:solidFill>
          </a:defRPr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Для Академия инноваторов 16_9" id="{1723B771-A24B-45DA-B7CE-887A7FB91DED}" vid="{FE7ADCA1-0705-4BF5-AEC5-34FB9D7ACE5C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11023</TotalTime>
  <Words>633</Words>
  <Application>Microsoft Macintosh PowerPoint</Application>
  <PresentationFormat>Широкоэкранный</PresentationFormat>
  <Paragraphs>192</Paragraphs>
  <Slides>37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37</vt:i4>
      </vt:variant>
    </vt:vector>
  </HeadingPairs>
  <TitlesOfParts>
    <vt:vector size="45" baseType="lpstr">
      <vt:lpstr>Arial</vt:lpstr>
      <vt:lpstr>Calibri</vt:lpstr>
      <vt:lpstr>Lato Light</vt:lpstr>
      <vt:lpstr>Montserrat</vt:lpstr>
      <vt:lpstr>Montserrat Medium</vt:lpstr>
      <vt:lpstr>Poppins Light</vt:lpstr>
      <vt:lpstr>Wingdings</vt:lpstr>
      <vt:lpstr>Для Академия инноваторов 16_9</vt:lpstr>
      <vt:lpstr>Презентация PowerPoint</vt:lpstr>
      <vt:lpstr>ВВОДНЫЕ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КОРОТКО О РЕШЕНИИ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Полезные материалы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Анастасия Юшкова</dc:creator>
  <cp:lastModifiedBy>Microsoft Office User</cp:lastModifiedBy>
  <cp:revision>95</cp:revision>
  <dcterms:created xsi:type="dcterms:W3CDTF">2023-05-15T07:36:23Z</dcterms:created>
  <dcterms:modified xsi:type="dcterms:W3CDTF">2026-09-14T11:14:59Z</dcterms:modified>
</cp:coreProperties>
</file>