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1.xml"/><Relationship Id="rId65" Type="http://schemas.openxmlformats.org/officeDocument/2006/relationships/slide" Target="slides/slide2.xml"/><Relationship Id="rId66" Type="http://schemas.openxmlformats.org/officeDocument/2006/relationships/slide" Target="slides/slide3.xml"/><Relationship Id="rId67" Type="http://schemas.openxmlformats.org/officeDocument/2006/relationships/slide" Target="slides/slide4.xml"/><Relationship Id="rId68" Type="http://schemas.openxmlformats.org/officeDocument/2006/relationships/slide" Target="slides/slide5.xml"/><Relationship Id="rId69" Type="http://schemas.openxmlformats.org/officeDocument/2006/relationships/slide" Target="slides/slide6.xml"/><Relationship Id="rId70" Type="http://schemas.openxmlformats.org/officeDocument/2006/relationships/slide" Target="slides/slide7.xml"/><Relationship Id="rId71" Type="http://schemas.openxmlformats.org/officeDocument/2006/relationships/slide" Target="slides/slide8.xml"/><Relationship Id="rId72" Type="http://schemas.openxmlformats.org/officeDocument/2006/relationships/slide" Target="slides/slide9.xml"/><Relationship Id="rId73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Наставники — действующие инженеры VK Tech.</a:t>
            </a:r>
          </a:p>
          <a:p>
            <a:r>
              <a:t>[verstka:sl4]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accen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2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lt1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 txBox="1"/>
          <p:nvPr>
            <p:ph idx="1" type="body"/>
          </p:nvPr>
        </p:nvSpPr>
        <p:spPr>
          <a:xfrm>
            <a:off x="658813" y="4866865"/>
            <a:ext cx="10224000" cy="55399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" name="Google Shape;66;p4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8" name="Google Shape;68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Титульный слайд">
  <p:cSld name="4_Титульный слайд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5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5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5" name="Google Shape;7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лайд со спикером">
  <p:cSld name="Слайд со спикером">
    <p:bg>
      <p:bgPr>
        <a:solidFill>
          <a:schemeClr val="dk2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6"/>
          <p:cNvSpPr txBox="1"/>
          <p:nvPr>
            <p:ph type="title"/>
          </p:nvPr>
        </p:nvSpPr>
        <p:spPr>
          <a:xfrm>
            <a:off x="658813" y="692150"/>
            <a:ext cx="6192838" cy="13802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6"/>
          <p:cNvSpPr txBox="1"/>
          <p:nvPr>
            <p:ph idx="1" type="body"/>
          </p:nvPr>
        </p:nvSpPr>
        <p:spPr>
          <a:xfrm>
            <a:off x="658813" y="2357767"/>
            <a:ext cx="5142954" cy="21424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b="0" i="0" sz="200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9" name="Google Shape;7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6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раздела">
  <p:cSld name="Титульный слайд раздела"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8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5" name="Google Shape;85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1342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 раздела">
  <p:cSld name="2_Титульный слайд раздела">
    <p:bg>
      <p:bgPr>
        <a:solidFill>
          <a:schemeClr val="lt1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9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8" name="Google Shape;88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2 строки + объект">
  <p:cSld name="Заголовок в 2 строки + объект">
    <p:bg>
      <p:bgPr>
        <a:solidFill>
          <a:schemeClr val="lt2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0"/>
          <p:cNvSpPr txBox="1"/>
          <p:nvPr>
            <p:ph idx="1" type="body"/>
          </p:nvPr>
        </p:nvSpPr>
        <p:spPr>
          <a:xfrm>
            <a:off x="671513" y="2040889"/>
            <a:ext cx="5424487" cy="41598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10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0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фактоида + текст">
  <p:cSld name="2 фактоида + текст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1"/>
          <p:cNvSpPr txBox="1"/>
          <p:nvPr>
            <p:ph idx="1" type="body"/>
          </p:nvPr>
        </p:nvSpPr>
        <p:spPr>
          <a:xfrm>
            <a:off x="671514" y="1773238"/>
            <a:ext cx="5135728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1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6097339" y="3864033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1"/>
          <p:cNvSpPr txBox="1"/>
          <p:nvPr>
            <p:ph idx="3" type="body"/>
          </p:nvPr>
        </p:nvSpPr>
        <p:spPr>
          <a:xfrm>
            <a:off x="6097338" y="5058095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1"/>
          <p:cNvSpPr txBox="1"/>
          <p:nvPr>
            <p:ph idx="4" type="body"/>
          </p:nvPr>
        </p:nvSpPr>
        <p:spPr>
          <a:xfrm>
            <a:off x="6096000" y="1773238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1"/>
          <p:cNvSpPr txBox="1"/>
          <p:nvPr>
            <p:ph idx="5" type="body"/>
          </p:nvPr>
        </p:nvSpPr>
        <p:spPr>
          <a:xfrm>
            <a:off x="6096000" y="2967300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Цитата без фото">
  <p:cSld name="Цитата без фото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2"/>
          <p:cNvSpPr txBox="1"/>
          <p:nvPr>
            <p:ph idx="1" type="body"/>
          </p:nvPr>
        </p:nvSpPr>
        <p:spPr>
          <a:xfrm>
            <a:off x="3359150" y="692151"/>
            <a:ext cx="8174038" cy="1609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None/>
              <a:defRPr sz="4400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3" name="Google Shape;103;p12"/>
          <p:cNvSpPr txBox="1"/>
          <p:nvPr>
            <p:ph idx="2" type="body"/>
          </p:nvPr>
        </p:nvSpPr>
        <p:spPr>
          <a:xfrm>
            <a:off x="3359150" y="5738829"/>
            <a:ext cx="8200516" cy="4619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400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4" name="Google Shape;104;p12"/>
          <p:cNvSpPr txBox="1"/>
          <p:nvPr>
            <p:ph idx="3" type="body"/>
          </p:nvPr>
        </p:nvSpPr>
        <p:spPr>
          <a:xfrm>
            <a:off x="3366814" y="2459421"/>
            <a:ext cx="8174038" cy="1609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0" i="0" sz="2400">
                <a:latin typeface="Play"/>
                <a:ea typeface="Play"/>
                <a:cs typeface="Play"/>
                <a:sym typeface="Play"/>
              </a:defRPr>
            </a:lvl1pPr>
            <a:lvl2pPr indent="-355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 sz="180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5" name="Google Shape;105;p12"/>
          <p:cNvSpPr txBox="1"/>
          <p:nvPr/>
        </p:nvSpPr>
        <p:spPr>
          <a:xfrm>
            <a:off x="544512" y="-1049150"/>
            <a:ext cx="2058988" cy="44781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88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rPr>
              <a:t>«</a:t>
            </a:r>
            <a:endParaRPr/>
          </a:p>
        </p:txBody>
      </p:sp>
      <p:sp>
        <p:nvSpPr>
          <p:cNvPr id="106" name="Google Shape;106;p12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Мокап телефона ">
  <p:cSld name="Мокап телефона 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4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3" name="Google Shape;113;p14"/>
          <p:cNvSpPr txBox="1"/>
          <p:nvPr>
            <p:ph idx="1" type="body"/>
          </p:nvPr>
        </p:nvSpPr>
        <p:spPr>
          <a:xfrm>
            <a:off x="671514" y="2055970"/>
            <a:ext cx="5418666" cy="4144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4" name="Google Shape;114;p14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5" name="Google Shape;11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82421" y="452282"/>
            <a:ext cx="3174791" cy="599138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/>
          <p:nvPr>
            <p:ph idx="2" type="pic"/>
          </p:nvPr>
        </p:nvSpPr>
        <p:spPr>
          <a:xfrm>
            <a:off x="7951157" y="814745"/>
            <a:ext cx="2430752" cy="526077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скриншот (1)">
  <p:cSld name="Заголовок + скриншот (1)">
    <p:bg>
      <p:bgPr>
        <a:solidFill>
          <a:schemeClr val="lt2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5"/>
          <p:cNvSpPr txBox="1"/>
          <p:nvPr>
            <p:ph idx="1" type="body"/>
          </p:nvPr>
        </p:nvSpPr>
        <p:spPr>
          <a:xfrm>
            <a:off x="6096000" y="692150"/>
            <a:ext cx="5437187" cy="550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15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15"/>
          <p:cNvSpPr txBox="1"/>
          <p:nvPr>
            <p:ph idx="2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">
  <p:cSld name="Заголовок + текст">
    <p:bg>
      <p:bgPr>
        <a:solidFill>
          <a:schemeClr val="lt2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>
            <p:ph idx="1" type="body"/>
          </p:nvPr>
        </p:nvSpPr>
        <p:spPr>
          <a:xfrm>
            <a:off x="671513" y="1773238"/>
            <a:ext cx="10861675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3" name="Google Shape;123;p1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аттерн + фото">
  <p:cSld name="Паттерн + фото">
    <p:bg>
      <p:bgPr>
        <a:solidFill>
          <a:schemeClr val="lt2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7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17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27" name="Google Shape;127;p17"/>
          <p:cNvPicPr preferRelativeResize="0"/>
          <p:nvPr/>
        </p:nvPicPr>
        <p:blipFill rotWithShape="1">
          <a:blip r:embed="rId2">
            <a:alphaModFix/>
          </a:blip>
          <a:srcRect b="39" l="621" r="0" t="0"/>
          <a:stretch/>
        </p:blipFill>
        <p:spPr>
          <a:xfrm>
            <a:off x="5335631" y="0"/>
            <a:ext cx="6872200" cy="6855356"/>
          </a:xfrm>
          <a:custGeom>
            <a:rect b="b" l="l" r="r" t="t"/>
            <a:pathLst>
              <a:path extrusionOk="0" h="6855356" w="6872200">
                <a:moveTo>
                  <a:pt x="5172532" y="3455219"/>
                </a:moveTo>
                <a:cubicBezTo>
                  <a:pt x="5499707" y="3455219"/>
                  <a:pt x="5792960" y="3528040"/>
                  <a:pt x="6052290" y="3673628"/>
                </a:cubicBezTo>
                <a:cubicBezTo>
                  <a:pt x="6311647" y="3819244"/>
                  <a:pt x="6513116" y="4021018"/>
                  <a:pt x="6656750" y="4278950"/>
                </a:cubicBezTo>
                <a:cubicBezTo>
                  <a:pt x="6800384" y="4532724"/>
                  <a:pt x="6872200" y="4823927"/>
                  <a:pt x="6872200" y="5152588"/>
                </a:cubicBezTo>
                <a:cubicBezTo>
                  <a:pt x="6872200" y="5481249"/>
                  <a:pt x="6800384" y="5774545"/>
                  <a:pt x="6656750" y="6032478"/>
                </a:cubicBezTo>
                <a:cubicBezTo>
                  <a:pt x="6513116" y="6286251"/>
                  <a:pt x="6311647" y="6485932"/>
                  <a:pt x="6052290" y="6631548"/>
                </a:cubicBezTo>
                <a:cubicBezTo>
                  <a:pt x="5792960" y="6777135"/>
                  <a:pt x="5499707" y="6849957"/>
                  <a:pt x="5172532" y="6849957"/>
                </a:cubicBezTo>
                <a:cubicBezTo>
                  <a:pt x="4845384" y="6849957"/>
                  <a:pt x="4552131" y="6777135"/>
                  <a:pt x="4292801" y="6631548"/>
                </a:cubicBezTo>
                <a:cubicBezTo>
                  <a:pt x="4037443" y="6485932"/>
                  <a:pt x="3835948" y="6286251"/>
                  <a:pt x="3688342" y="6032478"/>
                </a:cubicBezTo>
                <a:cubicBezTo>
                  <a:pt x="3544708" y="5774545"/>
                  <a:pt x="3472891" y="5481249"/>
                  <a:pt x="3472891" y="5152588"/>
                </a:cubicBezTo>
                <a:cubicBezTo>
                  <a:pt x="3472891" y="4823927"/>
                  <a:pt x="3544708" y="4532724"/>
                  <a:pt x="3688342" y="4278950"/>
                </a:cubicBezTo>
                <a:cubicBezTo>
                  <a:pt x="3835948" y="4021018"/>
                  <a:pt x="4037443" y="3819244"/>
                  <a:pt x="4292801" y="3673628"/>
                </a:cubicBezTo>
                <a:cubicBezTo>
                  <a:pt x="4552131" y="3528040"/>
                  <a:pt x="4845384" y="3455219"/>
                  <a:pt x="5172532" y="3455219"/>
                </a:cubicBezTo>
                <a:close/>
                <a:moveTo>
                  <a:pt x="2986720" y="3455219"/>
                </a:moveTo>
                <a:cubicBezTo>
                  <a:pt x="3221752" y="3455219"/>
                  <a:pt x="3412299" y="3645508"/>
                  <a:pt x="3412299" y="3880250"/>
                </a:cubicBezTo>
                <a:lnTo>
                  <a:pt x="3412299" y="6430352"/>
                </a:lnTo>
                <a:cubicBezTo>
                  <a:pt x="3412299" y="6665066"/>
                  <a:pt x="3221752" y="6855356"/>
                  <a:pt x="2986720" y="6855356"/>
                </a:cubicBezTo>
                <a:cubicBezTo>
                  <a:pt x="2751660" y="6855356"/>
                  <a:pt x="2561116" y="6665066"/>
                  <a:pt x="2561116" y="6430352"/>
                </a:cubicBezTo>
                <a:lnTo>
                  <a:pt x="2561116" y="3880250"/>
                </a:lnTo>
                <a:cubicBezTo>
                  <a:pt x="2561116" y="3645508"/>
                  <a:pt x="2751660" y="3455219"/>
                  <a:pt x="2986720" y="3455219"/>
                </a:cubicBezTo>
                <a:close/>
                <a:moveTo>
                  <a:pt x="0" y="3455219"/>
                </a:moveTo>
                <a:lnTo>
                  <a:pt x="2285195" y="3455219"/>
                </a:lnTo>
                <a:lnTo>
                  <a:pt x="2285195" y="6855356"/>
                </a:lnTo>
                <a:cubicBezTo>
                  <a:pt x="1415843" y="6855356"/>
                  <a:pt x="981165" y="6855356"/>
                  <a:pt x="659952" y="6663607"/>
                </a:cubicBezTo>
                <a:cubicBezTo>
                  <a:pt x="467707" y="6548838"/>
                  <a:pt x="306935" y="6388295"/>
                  <a:pt x="192014" y="6196299"/>
                </a:cubicBezTo>
                <a:cubicBezTo>
                  <a:pt x="0" y="5875515"/>
                  <a:pt x="0" y="5441450"/>
                  <a:pt x="0" y="4573266"/>
                </a:cubicBezTo>
                <a:close/>
                <a:moveTo>
                  <a:pt x="5160091" y="0"/>
                </a:moveTo>
                <a:lnTo>
                  <a:pt x="5164453" y="0"/>
                </a:lnTo>
                <a:lnTo>
                  <a:pt x="5275907" y="52"/>
                </a:lnTo>
                <a:cubicBezTo>
                  <a:pt x="5524640" y="425"/>
                  <a:pt x="5662733" y="3407"/>
                  <a:pt x="5779943" y="27266"/>
                </a:cubicBezTo>
                <a:cubicBezTo>
                  <a:pt x="6312557" y="135674"/>
                  <a:pt x="6728787" y="551352"/>
                  <a:pt x="6837340" y="1083241"/>
                </a:cubicBezTo>
                <a:cubicBezTo>
                  <a:pt x="6864644" y="1217025"/>
                  <a:pt x="6864644" y="1378040"/>
                  <a:pt x="6864644" y="1700070"/>
                </a:cubicBezTo>
                <a:lnTo>
                  <a:pt x="6864644" y="3400137"/>
                </a:lnTo>
                <a:lnTo>
                  <a:pt x="5162272" y="3400137"/>
                </a:lnTo>
                <a:cubicBezTo>
                  <a:pt x="4839813" y="3400137"/>
                  <a:pt x="4678583" y="3400137"/>
                  <a:pt x="4544602" y="3372869"/>
                </a:cubicBezTo>
                <a:cubicBezTo>
                  <a:pt x="4012014" y="3264463"/>
                  <a:pt x="3595758" y="2848797"/>
                  <a:pt x="3487205" y="2316902"/>
                </a:cubicBezTo>
                <a:cubicBezTo>
                  <a:pt x="3459901" y="2183117"/>
                  <a:pt x="3459901" y="2022101"/>
                  <a:pt x="3459901" y="1700070"/>
                </a:cubicBezTo>
                <a:cubicBezTo>
                  <a:pt x="3459901" y="1378040"/>
                  <a:pt x="3459901" y="1217025"/>
                  <a:pt x="3487205" y="1083241"/>
                </a:cubicBezTo>
                <a:cubicBezTo>
                  <a:pt x="3595758" y="551352"/>
                  <a:pt x="4012014" y="135674"/>
                  <a:pt x="4544602" y="27266"/>
                </a:cubicBezTo>
                <a:cubicBezTo>
                  <a:pt x="4661835" y="3407"/>
                  <a:pt x="4799931" y="425"/>
                  <a:pt x="5048646" y="52"/>
                </a:cubicBezTo>
                <a:close/>
                <a:moveTo>
                  <a:pt x="1702374" y="0"/>
                </a:moveTo>
                <a:lnTo>
                  <a:pt x="3404743" y="0"/>
                </a:lnTo>
                <a:lnTo>
                  <a:pt x="3404743" y="3400137"/>
                </a:lnTo>
                <a:lnTo>
                  <a:pt x="1702374" y="3400137"/>
                </a:lnTo>
                <a:cubicBezTo>
                  <a:pt x="762181" y="3400137"/>
                  <a:pt x="0" y="2638994"/>
                  <a:pt x="0" y="1700071"/>
                </a:cubicBezTo>
                <a:cubicBezTo>
                  <a:pt x="0" y="761147"/>
                  <a:pt x="762178" y="0"/>
                  <a:pt x="1702374" y="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Паттерн + фото">
  <p:cSld name="1_Паттерн + фото">
    <p:bg>
      <p:bgPr>
        <a:solidFill>
          <a:schemeClr val="lt2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0" name="Google Shape;130;p18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31" name="Google Shape;13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33139" y="0"/>
            <a:ext cx="6858000" cy="6858000"/>
          </a:xfrm>
          <a:custGeom>
            <a:rect b="b" l="l" r="r" t="t"/>
            <a:pathLst>
              <a:path extrusionOk="0" h="6858000" w="6858000">
                <a:moveTo>
                  <a:pt x="1708713" y="3459856"/>
                </a:moveTo>
                <a:cubicBezTo>
                  <a:pt x="2035880" y="3459856"/>
                  <a:pt x="2329130" y="3532775"/>
                  <a:pt x="2588468" y="3678558"/>
                </a:cubicBezTo>
                <a:cubicBezTo>
                  <a:pt x="2847820" y="3824369"/>
                  <a:pt x="3049288" y="4026414"/>
                  <a:pt x="3192922" y="4284692"/>
                </a:cubicBezTo>
                <a:cubicBezTo>
                  <a:pt x="3336556" y="4538807"/>
                  <a:pt x="3408373" y="4830401"/>
                  <a:pt x="3408373" y="5159502"/>
                </a:cubicBezTo>
                <a:cubicBezTo>
                  <a:pt x="3408373" y="5488604"/>
                  <a:pt x="3336556" y="5782294"/>
                  <a:pt x="3192922" y="6040572"/>
                </a:cubicBezTo>
                <a:cubicBezTo>
                  <a:pt x="3049288" y="6294687"/>
                  <a:pt x="2847820" y="6494635"/>
                  <a:pt x="2588468" y="6640446"/>
                </a:cubicBezTo>
                <a:cubicBezTo>
                  <a:pt x="2393965" y="6749783"/>
                  <a:pt x="2180386" y="6818135"/>
                  <a:pt x="1947729" y="6845477"/>
                </a:cubicBezTo>
                <a:lnTo>
                  <a:pt x="1728785" y="6858000"/>
                </a:lnTo>
                <a:lnTo>
                  <a:pt x="1688642" y="6858000"/>
                </a:lnTo>
                <a:lnTo>
                  <a:pt x="1469698" y="6845477"/>
                </a:lnTo>
                <a:cubicBezTo>
                  <a:pt x="1237042" y="6818135"/>
                  <a:pt x="1023462" y="6749783"/>
                  <a:pt x="828957" y="6640446"/>
                </a:cubicBezTo>
                <a:cubicBezTo>
                  <a:pt x="573607" y="6494635"/>
                  <a:pt x="372123" y="6294687"/>
                  <a:pt x="224498" y="6040572"/>
                </a:cubicBezTo>
                <a:cubicBezTo>
                  <a:pt x="80865" y="5782294"/>
                  <a:pt x="9049" y="5488604"/>
                  <a:pt x="9049" y="5159502"/>
                </a:cubicBezTo>
                <a:cubicBezTo>
                  <a:pt x="9049" y="4830401"/>
                  <a:pt x="80865" y="4538807"/>
                  <a:pt x="224498" y="4284692"/>
                </a:cubicBezTo>
                <a:cubicBezTo>
                  <a:pt x="372123" y="4026414"/>
                  <a:pt x="573607" y="3824369"/>
                  <a:pt x="828957" y="3678558"/>
                </a:cubicBezTo>
                <a:cubicBezTo>
                  <a:pt x="1088296" y="3532775"/>
                  <a:pt x="1381548" y="3459856"/>
                  <a:pt x="1708713" y="3459856"/>
                </a:cubicBezTo>
                <a:close/>
                <a:moveTo>
                  <a:pt x="3453272" y="3457153"/>
                </a:moveTo>
                <a:lnTo>
                  <a:pt x="5155643" y="3457153"/>
                </a:lnTo>
                <a:cubicBezTo>
                  <a:pt x="5478130" y="3457153"/>
                  <a:pt x="5639387" y="3457153"/>
                  <a:pt x="5773314" y="3484484"/>
                </a:cubicBezTo>
                <a:cubicBezTo>
                  <a:pt x="6305846" y="3592953"/>
                  <a:pt x="6722213" y="4009315"/>
                  <a:pt x="6830683" y="4541840"/>
                </a:cubicBezTo>
                <a:cubicBezTo>
                  <a:pt x="6854599" y="4659024"/>
                  <a:pt x="6857588" y="4797132"/>
                  <a:pt x="6857962" y="5045867"/>
                </a:cubicBezTo>
                <a:lnTo>
                  <a:pt x="6858000" y="5127440"/>
                </a:lnTo>
                <a:lnTo>
                  <a:pt x="6858000" y="6858000"/>
                </a:lnTo>
                <a:lnTo>
                  <a:pt x="3453272" y="6858000"/>
                </a:lnTo>
                <a:close/>
                <a:moveTo>
                  <a:pt x="6442695" y="0"/>
                </a:moveTo>
                <a:cubicBezTo>
                  <a:pt x="6618970" y="0"/>
                  <a:pt x="6770221" y="107180"/>
                  <a:pt x="6834829" y="259930"/>
                </a:cubicBezTo>
                <a:lnTo>
                  <a:pt x="6858000" y="334574"/>
                </a:lnTo>
                <a:lnTo>
                  <a:pt x="6858000" y="3070133"/>
                </a:lnTo>
                <a:lnTo>
                  <a:pt x="6834829" y="3144774"/>
                </a:lnTo>
                <a:cubicBezTo>
                  <a:pt x="6770221" y="3297517"/>
                  <a:pt x="6618970" y="3404698"/>
                  <a:pt x="6442695" y="3404698"/>
                </a:cubicBezTo>
                <a:cubicBezTo>
                  <a:pt x="6207636" y="3404698"/>
                  <a:pt x="6017089" y="3214154"/>
                  <a:pt x="6017089" y="2979125"/>
                </a:cubicBezTo>
                <a:lnTo>
                  <a:pt x="6017089" y="425587"/>
                </a:lnTo>
                <a:cubicBezTo>
                  <a:pt x="6017089" y="190543"/>
                  <a:pt x="6207636" y="0"/>
                  <a:pt x="6442695" y="0"/>
                </a:cubicBezTo>
                <a:close/>
                <a:moveTo>
                  <a:pt x="3455975" y="0"/>
                </a:moveTo>
                <a:lnTo>
                  <a:pt x="5741184" y="0"/>
                </a:lnTo>
                <a:lnTo>
                  <a:pt x="5741184" y="3404698"/>
                </a:lnTo>
                <a:cubicBezTo>
                  <a:pt x="4871823" y="3404698"/>
                  <a:pt x="4437143" y="3404698"/>
                  <a:pt x="4115924" y="3212692"/>
                </a:cubicBezTo>
                <a:cubicBezTo>
                  <a:pt x="3923695" y="3097770"/>
                  <a:pt x="3762907" y="2937012"/>
                  <a:pt x="3647983" y="2744760"/>
                </a:cubicBezTo>
                <a:cubicBezTo>
                  <a:pt x="3455975" y="2423551"/>
                  <a:pt x="3455975" y="1988882"/>
                  <a:pt x="3455975" y="1119542"/>
                </a:cubicBezTo>
                <a:close/>
                <a:moveTo>
                  <a:pt x="1698448" y="0"/>
                </a:moveTo>
                <a:cubicBezTo>
                  <a:pt x="2020916" y="0"/>
                  <a:pt x="2182148" y="0"/>
                  <a:pt x="2316116" y="27304"/>
                </a:cubicBezTo>
                <a:cubicBezTo>
                  <a:pt x="2848730" y="135857"/>
                  <a:pt x="3264960" y="552093"/>
                  <a:pt x="3373513" y="1084695"/>
                </a:cubicBezTo>
                <a:cubicBezTo>
                  <a:pt x="3400817" y="1218659"/>
                  <a:pt x="3400817" y="1379889"/>
                  <a:pt x="3400817" y="1702352"/>
                </a:cubicBezTo>
                <a:lnTo>
                  <a:pt x="3400817" y="3404699"/>
                </a:lnTo>
                <a:lnTo>
                  <a:pt x="1698448" y="3404699"/>
                </a:lnTo>
                <a:cubicBezTo>
                  <a:pt x="1375983" y="3404699"/>
                  <a:pt x="1214748" y="3404699"/>
                  <a:pt x="1080783" y="3377395"/>
                </a:cubicBezTo>
                <a:cubicBezTo>
                  <a:pt x="548174" y="3268844"/>
                  <a:pt x="131932" y="2852620"/>
                  <a:pt x="23378" y="2320011"/>
                </a:cubicBezTo>
                <a:cubicBezTo>
                  <a:pt x="13139" y="2269774"/>
                  <a:pt x="6740" y="2215703"/>
                  <a:pt x="2740" y="2150733"/>
                </a:cubicBezTo>
                <a:lnTo>
                  <a:pt x="0" y="2092728"/>
                </a:lnTo>
                <a:lnTo>
                  <a:pt x="0" y="1311978"/>
                </a:lnTo>
                <a:lnTo>
                  <a:pt x="2740" y="1253972"/>
                </a:lnTo>
                <a:cubicBezTo>
                  <a:pt x="6740" y="1189002"/>
                  <a:pt x="13139" y="1134932"/>
                  <a:pt x="23378" y="1084695"/>
                </a:cubicBezTo>
                <a:cubicBezTo>
                  <a:pt x="131932" y="552093"/>
                  <a:pt x="548174" y="135857"/>
                  <a:pt x="1080783" y="27304"/>
                </a:cubicBezTo>
                <a:cubicBezTo>
                  <a:pt x="1214748" y="0"/>
                  <a:pt x="1375980" y="0"/>
                  <a:pt x="1698448" y="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19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Финальный с QR + подпись">
  <p:cSld name="3_Финальный с QR + подпись">
    <p:bg>
      <p:bgPr>
        <a:solidFill>
          <a:schemeClr val="accen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20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0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2" name="Google Shape;142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Финальный с QR + подпись">
  <p:cSld name="2_Финальный с QR + подпись">
    <p:bg>
      <p:bgPr>
        <a:solidFill>
          <a:schemeClr val="lt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21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21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8" name="Google Shape;148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Финальный с QR + подпись">
  <p:cSld name="4_Финальный с QR + подпись">
    <p:bg>
      <p:bgPr>
        <a:solidFill>
          <a:schemeClr val="lt1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2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53" name="Google Shape;153;p22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54" name="Google Shape;15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8" name="Google Shape;158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61" name="Google Shape;161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объект">
  <p:cSld name="Заголовок + объект">
    <p:bg>
      <p:bgPr>
        <a:solidFill>
          <a:schemeClr val="lt2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>
            <p:ph idx="1" type="body"/>
          </p:nvPr>
        </p:nvSpPr>
        <p:spPr>
          <a:xfrm>
            <a:off x="658813" y="1773238"/>
            <a:ext cx="10874375" cy="4447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4" name="Google Shape;164;p2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2 объекта">
  <p:cSld name="Заголовок + 2 объекта">
    <p:bg>
      <p:bgPr>
        <a:solidFill>
          <a:schemeClr val="lt2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/>
          <p:nvPr>
            <p:ph idx="1" type="body"/>
          </p:nvPr>
        </p:nvSpPr>
        <p:spPr>
          <a:xfrm>
            <a:off x="677334" y="1773238"/>
            <a:ext cx="53170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26"/>
          <p:cNvSpPr txBox="1"/>
          <p:nvPr>
            <p:ph idx="2" type="body"/>
          </p:nvPr>
        </p:nvSpPr>
        <p:spPr>
          <a:xfrm>
            <a:off x="6197604" y="1773238"/>
            <a:ext cx="5317062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2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">
  <p:cSld name="1 фото">
    <p:bg>
      <p:bgPr>
        <a:solidFill>
          <a:schemeClr val="lt2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1" name="Google Shape;171;p27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27"/>
          <p:cNvSpPr txBox="1"/>
          <p:nvPr>
            <p:ph idx="1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1 фото">
  <p:cSld name="1_1 фото">
    <p:bg>
      <p:bgPr>
        <a:solidFill>
          <a:schemeClr val="lt2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/>
          <p:nvPr>
            <p:ph idx="2" type="pic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5" name="Google Shape;175;p28"/>
          <p:cNvSpPr txBox="1"/>
          <p:nvPr>
            <p:ph type="title"/>
          </p:nvPr>
        </p:nvSpPr>
        <p:spPr>
          <a:xfrm>
            <a:off x="6870171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8"/>
          <p:cNvSpPr txBox="1"/>
          <p:nvPr>
            <p:ph idx="1" type="body"/>
          </p:nvPr>
        </p:nvSpPr>
        <p:spPr>
          <a:xfrm>
            <a:off x="6864351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 + подпись">
  <p:cSld name="1 фото + подпись">
    <p:bg>
      <p:bgPr>
        <a:solidFill>
          <a:schemeClr val="lt2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9"/>
          <p:cNvSpPr/>
          <p:nvPr>
            <p:ph idx="2" type="pic"/>
          </p:nvPr>
        </p:nvSpPr>
        <p:spPr>
          <a:xfrm>
            <a:off x="6096000" y="692151"/>
            <a:ext cx="5437188" cy="41821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9" name="Google Shape;179;p29"/>
          <p:cNvSpPr txBox="1"/>
          <p:nvPr>
            <p:ph idx="1" type="body"/>
          </p:nvPr>
        </p:nvSpPr>
        <p:spPr>
          <a:xfrm>
            <a:off x="6096000" y="5147214"/>
            <a:ext cx="5449888" cy="352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29"/>
          <p:cNvSpPr txBox="1"/>
          <p:nvPr>
            <p:ph idx="3" type="body"/>
          </p:nvPr>
        </p:nvSpPr>
        <p:spPr>
          <a:xfrm>
            <a:off x="6096000" y="5553075"/>
            <a:ext cx="5449888" cy="6842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1" name="Google Shape;181;p29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29"/>
          <p:cNvSpPr txBox="1"/>
          <p:nvPr>
            <p:ph idx="4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1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28" name="Google Shape;228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2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31" name="Google Shape;231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6" r:id="rId1"/>
    <p:sldLayoutId id="2147483677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5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257.png"/><Relationship Id="rId3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8" name="Google Shape;248;p35"/>
          <p:cNvSpPr txBox="1"/>
          <p:nvPr>
            <p:ph idx="1" type="body"/>
          </p:nvPr>
        </p:nvSpPr>
        <p:spPr>
          <a:xfrm>
            <a:off x="2685321" y="5072811"/>
            <a:ext cx="5012644" cy="6155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</a:pPr>
            <a:r>
              <a:rPr b="1" lang="ru-RU">
                <a:latin typeface="Play"/>
                <a:ea typeface="Play"/>
                <a:cs typeface="Play"/>
                <a:sym typeface="Play"/>
              </a:rPr>
              <a:t>партнёрские университеты и абитуриенты</a:t>
            </a:r>
            <a:endParaRPr/>
          </a:p>
        </p:txBody>
      </p:sp>
      <p:sp>
        <p:nvSpPr>
          <p:cNvPr id="249" name="Google Shape;249;p35"/>
          <p:cNvSpPr txBox="1"/>
          <p:nvPr>
            <p:ph type="title"/>
          </p:nvPr>
        </p:nvSpPr>
        <p:spPr>
          <a:xfrm>
            <a:off x="622261" y="2112702"/>
            <a:ext cx="4527998" cy="1994392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</a:pPr>
            <a:r>
              <a:rPr lang="ru-RU" sz="3360"/>
              <a:t>Образовательная программа VK Education «Инженер данных»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63" name="Google Shape;863;p67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/>
              <a:t>Зачем программа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/>
              <a:t>Что мы предлагаем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/>
              <a:t>Результаты первого набора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/>
              <a:t>Как устроено обучение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/>
              <a:t>Что нужно от партнёров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/>
              <a:t>Следующие шаги</a:t>
            </a:r>
            <a:endParaRPr/>
          </a:p>
        </p:txBody>
      </p:sp>
      <p:sp>
        <p:nvSpPr>
          <p:cNvPr id="864" name="Google Shape;864;p67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/>
              <a:t>О чём поговорим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63" name="Google Shape;863;p67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/>
              <a:t>По оценке отрасли дефицит составляет 25 000 специалистов, а средний срок закрытия вакансии 74 дня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/>
              <a:t>Университетские курсы дают теорию, но не практику на реальных данных</a:t>
            </a:r>
            <a:endParaRPr/>
          </a:p>
        </p:txBody>
      </p:sp>
      <p:sp>
        <p:nvSpPr>
          <p:cNvPr id="864" name="Google Shape;864;p67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3060"/>
              <a:t>Рынку не хватает инженеров данных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74" name="Google Shape;274;p39"/>
          <p:cNvSpPr/>
          <p:nvPr/>
        </p:nvSpPr>
        <p:spPr>
          <a:xfrm>
            <a:off x="671512" y="1773238"/>
            <a:ext cx="5365752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Основы SQL и Python</a:t>
            </a:r>
            <a:endParaRPr b="0" i="0" sz="16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75" name="Google Shape;275;p39"/>
          <p:cNvSpPr/>
          <p:nvPr/>
        </p:nvSpPr>
        <p:spPr>
          <a:xfrm>
            <a:off x="6154737" y="1775553"/>
            <a:ext cx="539115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Потоковая обработка</a:t>
            </a:r>
            <a:endParaRPr b="0" i="0" sz="16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76" name="Google Shape;276;p39"/>
          <p:cNvSpPr txBox="1"/>
          <p:nvPr>
            <p:ph type="title"/>
          </p:nvPr>
        </p:nvSpPr>
        <p:spPr>
          <a:xfrm>
            <a:off x="677334" y="692150"/>
            <a:ext cx="4472925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 sz="2000">
                <a:solidFill>
                  <a:schemeClr val="dk2"/>
                </a:solidFill>
              </a:rPr>
              <a:t>Годовая программа из 4 модулей</a:t>
            </a:r>
            <a:endParaRPr/>
          </a:p>
        </p:txBody>
      </p:sp>
      <p:sp>
        <p:nvSpPr>
          <p:cNvPr id="277" name="Google Shape;277;p39"/>
          <p:cNvSpPr/>
          <p:nvPr/>
        </p:nvSpPr>
        <p:spPr>
          <a:xfrm>
            <a:off x="671512" y="4044294"/>
            <a:ext cx="5365752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Хранилища и витрины</a:t>
            </a:r>
            <a:endParaRPr sz="1600"/>
          </a:p>
        </p:txBody>
      </p:sp>
      <p:sp>
        <p:nvSpPr>
          <p:cNvPr id="278" name="Google Shape;278;p39"/>
          <p:cNvSpPr/>
          <p:nvPr/>
        </p:nvSpPr>
        <p:spPr>
          <a:xfrm>
            <a:off x="6154737" y="4044294"/>
            <a:ext cx="539115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Инженерия ML-пайплайнов</a:t>
            </a:r>
            <a:endParaRPr b="0" i="0" sz="16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83" name="Google Shape;283;p40"/>
          <p:cNvSpPr txBox="1"/>
          <p:nvPr>
            <p:ph type="title"/>
          </p:nvPr>
        </p:nvSpPr>
        <p:spPr>
          <a:xfrm>
            <a:off x="677334" y="692150"/>
            <a:ext cx="4472925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 sz="1400">
                <a:solidFill>
                  <a:schemeClr val="dk2"/>
                </a:solidFill>
              </a:rPr>
              <a:t>В первом наборе учились 640 студентов из 12 университетов</a:t>
            </a:r>
            <a:endParaRPr/>
          </a:p>
        </p:txBody>
      </p:sp>
      <p:sp>
        <p:nvSpPr>
          <p:cNvPr id="284" name="Google Shape;284;p40"/>
          <p:cNvSpPr/>
          <p:nvPr/>
        </p:nvSpPr>
        <p:spPr>
          <a:xfrm>
            <a:off x="677332" y="1773238"/>
            <a:ext cx="354240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71%</a:t>
            </a:r>
            <a:endParaRPr sz="1600"/>
          </a:p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до конца дошли</a:t>
            </a:r>
            <a:endParaRPr sz="1600"/>
          </a:p>
        </p:txBody>
      </p:sp>
      <p:sp>
        <p:nvSpPr>
          <p:cNvPr id="285" name="Google Shape;285;p40"/>
          <p:cNvSpPr/>
          <p:nvPr/>
        </p:nvSpPr>
        <p:spPr>
          <a:xfrm>
            <a:off x="4334060" y="1773238"/>
            <a:ext cx="354240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58%</a:t>
            </a:r>
            <a:endParaRPr sz="1600"/>
          </a:p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трудоустроены в течение трёх месяцев после выпуска 58%</a:t>
            </a:r>
            <a:endParaRPr sz="1600"/>
          </a:p>
        </p:txBody>
      </p:sp>
      <p:sp>
        <p:nvSpPr>
          <p:cNvPr id="286" name="Google Shape;286;p40"/>
          <p:cNvSpPr/>
          <p:nvPr/>
        </p:nvSpPr>
        <p:spPr>
          <a:xfrm>
            <a:off x="7990788" y="1773238"/>
            <a:ext cx="354240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145 000 ₽</a:t>
            </a:r>
            <a:endParaRPr sz="1600"/>
          </a:p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средняя стартовая зарплата</a:t>
            </a:r>
            <a:endParaRPr sz="1600"/>
          </a:p>
        </p:txBody>
      </p:sp>
      <p:sp>
        <p:nvSpPr>
          <p:cNvPr id="287" name="Google Shape;287;p40"/>
          <p:cNvSpPr/>
          <p:nvPr/>
        </p:nvSpPr>
        <p:spPr>
          <a:xfrm>
            <a:off x="677332" y="4044294"/>
            <a:ext cx="354240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4,8 из 5</a:t>
            </a:r>
            <a:endParaRPr sz="1600"/>
          </a:p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оценка программы студентами</a:t>
            </a:r>
            <a:endParaRPr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7" name="Google Shape;887;p70"/>
          <p:cNvSpPr txBox="1"/>
          <p:nvPr>
            <p:ph type="title"/>
          </p:nvPr>
        </p:nvSpPr>
        <p:spPr>
          <a:xfrm>
            <a:off x="677334" y="692150"/>
            <a:ext cx="4472925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>Результаты первого набора: сравнение</a:t>
            </a:r>
            <a:endParaRPr/>
          </a:p>
        </p:txBody>
      </p:sp>
      <p:graphicFrame>
        <p:nvGraphicFramePr>
          <p:cNvPr id="889" name="Table 888"/>
          <p:cNvGraphicFramePr>
            <a:graphicFrameLocks noGrp="1"/>
          </p:cNvGraphicFramePr>
          <p:nvPr/>
        </p:nvGraphicFramePr>
        <p:xfrm>
          <a:off x="621792" y="1773238"/>
          <a:ext cx="10924032" cy="1584960"/>
        </p:xfrm>
        <a:graphic>
          <a:graphicData uri="http://schemas.openxmlformats.org/drawingml/2006/table">
            <a:tbl>
              <a:tblPr firstRow="1" bandRow="0"/>
              <a:tblGrid>
                <a:gridCol w="6068906"/>
                <a:gridCol w="2427562"/>
                <a:gridCol w="2427564"/>
              </a:tblGrid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lay"/>
                        </a:rPr>
                        <a:t>Показатель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7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lay"/>
                        </a:rPr>
                        <a:t>Набор 2024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7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lay"/>
                        </a:rPr>
                        <a:t>Набор 2025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77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Play"/>
                        </a:rPr>
                        <a:t>Студентов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2626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Play"/>
                        </a:rPr>
                        <a:t>640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2626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Play"/>
                        </a:rPr>
                        <a:t>1 100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262626"/>
                      </a:solidFill>
                    </a:lnB>
                    <a:noFill/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Play"/>
                        </a:rPr>
                        <a:t>Дошли до конца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2626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Play"/>
                        </a:rPr>
                        <a:t>71%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2626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Play"/>
                        </a:rPr>
                        <a:t>76%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262626"/>
                      </a:solidFill>
                    </a:lnB>
                    <a:noFill/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Play"/>
                        </a:rPr>
                        <a:t>Трудоустроены за 3 месяца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2626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Play"/>
                        </a:rPr>
                        <a:t>58%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2626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Play"/>
                        </a:rPr>
                        <a:t>63%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262626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74" name="Google Shape;274;p39"/>
          <p:cNvSpPr/>
          <p:nvPr/>
        </p:nvSpPr>
        <p:spPr>
          <a:xfrm>
            <a:off x="671512" y="1773238"/>
            <a:ext cx="5365752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Онлайн-лекции по вечерам</a:t>
            </a:r>
            <a:endParaRPr b="0" i="0" sz="16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75" name="Google Shape;275;p39"/>
          <p:cNvSpPr/>
          <p:nvPr/>
        </p:nvSpPr>
        <p:spPr>
          <a:xfrm>
            <a:off x="6154737" y="1775553"/>
            <a:ext cx="539115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Практикумы по субботам</a:t>
            </a:r>
            <a:endParaRPr b="0" i="0" sz="16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76" name="Google Shape;276;p39"/>
          <p:cNvSpPr txBox="1"/>
          <p:nvPr>
            <p:ph type="title"/>
          </p:nvPr>
        </p:nvSpPr>
        <p:spPr>
          <a:xfrm>
            <a:off x="677334" y="692150"/>
            <a:ext cx="4472925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 sz="3060">
                <a:solidFill>
                  <a:schemeClr val="dk2"/>
                </a:solidFill>
              </a:rPr>
              <a:t>Как устроено обучение</a:t>
            </a:r>
            <a:endParaRPr/>
          </a:p>
        </p:txBody>
      </p:sp>
      <p:sp>
        <p:nvSpPr>
          <p:cNvPr id="277" name="Google Shape;277;p39"/>
          <p:cNvSpPr/>
          <p:nvPr/>
        </p:nvSpPr>
        <p:spPr>
          <a:xfrm>
            <a:off x="671512" y="4044294"/>
            <a:ext cx="5365752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Проверка проектов ревьюерами</a:t>
            </a:r>
            <a:endParaRPr sz="1600"/>
          </a:p>
        </p:txBody>
      </p:sp>
      <p:sp>
        <p:nvSpPr>
          <p:cNvPr id="278" name="Google Shape;278;p39"/>
          <p:cNvSpPr/>
          <p:nvPr/>
        </p:nvSpPr>
        <p:spPr>
          <a:xfrm>
            <a:off x="6154737" y="4044294"/>
            <a:ext cx="539115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Карьерный трек с разбором резюме и пробными собеседованиями</a:t>
            </a:r>
            <a:endParaRPr b="0" i="0" sz="16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63" name="Google Shape;763;p58"/>
          <p:cNvSpPr txBox="1"/>
          <p:nvPr>
            <p:ph type="title"/>
          </p:nvPr>
        </p:nvSpPr>
        <p:spPr>
          <a:xfrm>
            <a:off x="677334" y="692150"/>
            <a:ext cx="4472925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060"/>
              <a:t>Что нужно от партнёров</a:t>
            </a:r>
            <a:endParaRPr/>
          </a:p>
        </p:txBody>
      </p:sp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58"/>
          <p:cNvSpPr txBox="1"/>
          <p:nvPr/>
        </p:nvSpPr>
        <p:spPr>
          <a:xfrm>
            <a:off x="658811" y="3780646"/>
            <a:ext cx="2880000" cy="12336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Зачёт модулей программы как дисциплин по выбору</a:t>
            </a:r>
            <a:endParaRPr sz="1600"/>
          </a:p>
        </p:txBody>
      </p:sp>
      <p:sp>
        <p:nvSpPr>
          <p:cNvPr id="766" name="Google Shape;766;p58"/>
          <p:cNvSpPr txBox="1"/>
          <p:nvPr/>
        </p:nvSpPr>
        <p:spPr>
          <a:xfrm>
            <a:off x="4385469" y="3774296"/>
            <a:ext cx="2880000" cy="12336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Аудитории для практикумов</a:t>
            </a:r>
            <a:endParaRPr sz="1600"/>
          </a:p>
        </p:txBody>
      </p:sp>
      <p:sp>
        <p:nvSpPr>
          <p:cNvPr id="767" name="Google Shape;767;p58"/>
          <p:cNvSpPr txBox="1"/>
          <p:nvPr/>
        </p:nvSpPr>
        <p:spPr>
          <a:xfrm>
            <a:off x="8112126" y="3774296"/>
            <a:ext cx="2880000" cy="14649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Продвижение среди студентов 3–4 курсов</a:t>
            </a:r>
            <a:endParaRPr sz="1600"/>
          </a:p>
        </p:txBody>
      </p:sp>
      <p:sp>
        <p:nvSpPr>
          <p:cNvPr id="768" name="Google Shape;768;p58"/>
          <p:cNvSpPr/>
          <p:nvPr/>
        </p:nvSpPr>
        <p:spPr>
          <a:xfrm>
            <a:off x="671513" y="2562300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769" name="Google Shape;769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38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0" name="Google Shape;770;p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07349" y="2772418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72" name="Google Shape;772;p5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93394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490" name="Google Shape;490;p53"/>
          <p:cNvSpPr txBox="1"/>
          <p:nvPr>
            <p:ph type="title"/>
          </p:nvPr>
        </p:nvSpPr>
        <p:spPr>
          <a:xfrm>
            <a:off x="677863" y="692150"/>
            <a:ext cx="10874375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Следующие шаги</a:t>
            </a:r>
            <a:endParaRPr/>
          </a:p>
        </p:txBody>
      </p:sp>
      <p:grpSp>
        <p:nvGrpSpPr>
          <p:cNvPr id="491" name="Google Shape;491;p53"/>
          <p:cNvGrpSpPr/>
          <p:nvPr/>
        </p:nvGrpSpPr>
        <p:grpSpPr>
          <a:xfrm>
            <a:off x="658812" y="2232530"/>
            <a:ext cx="10639191" cy="3299588"/>
            <a:chOff x="658812" y="2232530"/>
            <a:chExt cx="9830124" cy="3048668"/>
          </a:xfrm>
        </p:grpSpPr>
        <p:sp>
          <p:nvSpPr>
            <p:cNvPr id="492" name="Google Shape;492;p53"/>
            <p:cNvSpPr txBox="1"/>
            <p:nvPr/>
          </p:nvSpPr>
          <p:spPr>
            <a:xfrm>
              <a:off x="3165571" y="3260026"/>
              <a:ext cx="2311424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6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>Набор третьего потока в феврале</a:t>
              </a:r>
              <a:endParaRPr sz="1600"/>
            </a:p>
          </p:txBody>
        </p:sp>
        <p:sp>
          <p:nvSpPr>
            <p:cNvPr id="493" name="Google Shape;493;p53"/>
            <p:cNvSpPr txBox="1"/>
            <p:nvPr/>
          </p:nvSpPr>
          <p:spPr>
            <a:xfrm>
              <a:off x="5671541" y="3260026"/>
              <a:ext cx="2311424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6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>Запуск программы в 20 университетах к сентябрю следующего</a:t>
              </a:r>
              <a:endParaRPr sz="1600"/>
            </a:p>
          </p:txBody>
        </p:sp>
        <p:sp>
          <p:nvSpPr>
            <p:cNvPr id="495" name="Google Shape;495;p53"/>
            <p:cNvSpPr txBox="1"/>
            <p:nvPr/>
          </p:nvSpPr>
          <p:spPr>
            <a:xfrm>
              <a:off x="658812" y="3260026"/>
              <a:ext cx="2312510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6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>Подписание соглашений с университетами до 1 декабря</a:t>
              </a:r>
              <a:endParaRPr sz="1600"/>
            </a:p>
          </p:txBody>
        </p:sp>
        <p:sp>
          <p:nvSpPr>
            <p:cNvPr id="496" name="Google Shape;496;p53"/>
            <p:cNvSpPr/>
            <p:nvPr/>
          </p:nvSpPr>
          <p:spPr>
            <a:xfrm>
              <a:off x="658813" y="2232530"/>
              <a:ext cx="800791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>1</a:t>
              </a:r>
              <a:endParaRPr sz="3200"/>
            </a:p>
          </p:txBody>
        </p:sp>
        <p:sp>
          <p:nvSpPr>
            <p:cNvPr id="497" name="Google Shape;497;p53"/>
            <p:cNvSpPr/>
            <p:nvPr/>
          </p:nvSpPr>
          <p:spPr>
            <a:xfrm>
              <a:off x="3165047" y="2232530"/>
              <a:ext cx="800791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>2</a:t>
              </a:r>
              <a:endParaRPr sz="3200"/>
            </a:p>
          </p:txBody>
        </p:sp>
        <p:sp>
          <p:nvSpPr>
            <p:cNvPr id="498" name="Google Shape;498;p53"/>
            <p:cNvSpPr/>
            <p:nvPr/>
          </p:nvSpPr>
          <p:spPr>
            <a:xfrm>
              <a:off x="5671280" y="2232530"/>
              <a:ext cx="800790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>3</a:t>
              </a:r>
              <a:endParaRPr sz="320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75" name="Google Shape;1075;p84"/>
          <p:cNvSpPr txBox="1"/>
          <p:nvPr>
            <p:ph type="title"/>
          </p:nvPr>
        </p:nvSpPr>
        <p:spPr>
          <a:xfrm>
            <a:off x="620713" y="2483712"/>
            <a:ext cx="4529546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lang="ru-RU" sz="5100"/>
              <a:t>Спасибо за внимание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