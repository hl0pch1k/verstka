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2" y="4260850"/>
            <a:ext cx="20726425" cy="29400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4" y="7772400"/>
            <a:ext cx="17068821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ar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uge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24384030" cy="13716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170" y="8813800"/>
            <a:ext cx="20726425" cy="2724150"/>
          </a:xfrm>
        </p:spPr>
        <p:txBody>
          <a:bodyPr anchor="t"/>
          <a:lstStyle>
            <a:lvl1pPr algn="l">
              <a:defRPr sz="8000" b="1" cap="all"/>
            </a:lvl1pPr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6170" y="5813426"/>
            <a:ext cx="20726425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1" y="3200400"/>
            <a:ext cx="10769613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5215" y="3200400"/>
            <a:ext cx="10769613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1" y="3070226"/>
            <a:ext cx="10773847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457200" indent="0">
              <a:buNone/>
              <a:defRPr sz="4000" b="1"/>
            </a:lvl2pPr>
            <a:lvl3pPr marL="914400" indent="0">
              <a:buNone/>
              <a:defRPr sz="36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9201" y="4349750"/>
            <a:ext cx="10773847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6748" y="3070226"/>
            <a:ext cx="10778079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457200" indent="0">
              <a:buNone/>
              <a:defRPr sz="4000" b="1"/>
            </a:lvl2pPr>
            <a:lvl3pPr marL="914400" indent="0">
              <a:buNone/>
              <a:defRPr sz="36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6748" y="4349750"/>
            <a:ext cx="10778079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1" y="546100"/>
            <a:ext cx="8022177" cy="232410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3478" y="546100"/>
            <a:ext cx="13631350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1" y="2870200"/>
            <a:ext cx="8022177" cy="9382126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440" y="9601200"/>
            <a:ext cx="14630418" cy="11334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79440" y="1225550"/>
            <a:ext cx="14630418" cy="8229600"/>
          </a:xfrm>
        </p:spPr>
        <p:txBody>
          <a:bodyPr/>
          <a:lstStyle>
            <a:lvl1pPr marL="0" indent="0">
              <a:buNone/>
              <a:defRPr sz="6400"/>
            </a:lvl1pPr>
            <a:lvl2pPr marL="457200" indent="0">
              <a:buNone/>
              <a:defRPr sz="5600"/>
            </a:lvl2pPr>
            <a:lvl3pPr marL="914400" indent="0">
              <a:buNone/>
              <a:defRPr sz="48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  <a:lvl6pPr marL="2286000" indent="0">
              <a:buNone/>
              <a:defRPr sz="4000"/>
            </a:lvl6pPr>
            <a:lvl7pPr marL="2743200" indent="0">
              <a:buNone/>
              <a:defRPr sz="4000"/>
            </a:lvl7pPr>
            <a:lvl8pPr marL="3200400" indent="0">
              <a:buNone/>
              <a:defRPr sz="4000"/>
            </a:lvl8pPr>
            <a:lvl9pPr marL="36576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9440" y="10734676"/>
            <a:ext cx="14630418" cy="1609724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78421" y="549276"/>
            <a:ext cx="5486406" cy="11703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1" y="549276"/>
            <a:ext cx="16052819" cy="11703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1" y="549276"/>
            <a:ext cx="21945627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1" y="3200400"/>
            <a:ext cx="21945627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9201" y="12712700"/>
            <a:ext cx="568960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1210" y="12712700"/>
            <a:ext cx="772160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5221" y="12712700"/>
            <a:ext cx="568960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8800" kern="1200" b="1">
          <a:solidFill>
            <a:srgbClr val="1C1C1C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6400" kern="1200" spc="3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5600" kern="1200" spc="3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4800" kern="1200" spc="3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4000" kern="1200" spc="3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4000" kern="1200" spc="3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4000" kern="1200" spc="3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4000" kern="1200" spc="3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4000" kern="1200" spc="3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4000" kern="1200" spc="3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PLAN 2027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SLIDE · Lorem ipsum dolor sit amet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Text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is simply dummy text of the printing and typesetting industry</a:t>
            </a:r>
          </a:p>
          <a:p>
            <a:r>
              <a:t>Lorem Ipsum has been the industry's standard dummy text ever since the 1500s</a:t>
            </a:r>
          </a:p>
          <a:p>
            <a:r>
              <a:t>It has survived not only five centuries, but also the leap into electronic typesetting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4F5A"/>
                </a:solidFill>
                <a:latin typeface="Futur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spc="800">
                <a:solidFill>
                  <a:srgbClr val="8A8A8A"/>
                </a:solidFill>
              </a:rPr>
              <a:t>DEMO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Text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Lorem Ipsum is simply dummy text</a:t>
            </a:r>
          </a:p>
          <a:p>
            <a:r>
              <a:t>Of the printing and typesetting industry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Lorem Ipsum has been the standard</a:t>
            </a:r>
          </a:p>
          <a:p>
            <a:r>
              <a:t>Dummy text ever since the 1500s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4F5A"/>
                </a:solidFill>
                <a:latin typeface="Futur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spc="800">
                <a:solidFill>
                  <a:srgbClr val="8A8A8A"/>
                </a:solidFill>
              </a:rPr>
              <a:t>DEMO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Text Demo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Lorem Ipsum is simply dummy text of the printing and typesetting industry.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Text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4F5A"/>
                </a:solidFill>
                <a:latin typeface="Futur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spc="800">
                <a:solidFill>
                  <a:srgbClr val="8A8A8A"/>
                </a:solidFill>
              </a:rPr>
              <a:t>DEMO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5120640" cy="6400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FF4F5A"/>
                </a:solidFill>
                <a:latin typeface="Futura"/>
              </a:rP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8638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spc="600">
                <a:solidFill>
                  <a:srgbClr val="1C1C1C"/>
                </a:solidFill>
              </a:rPr>
              <a:t>DEMO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7782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A8A8A"/>
                </a:solidFill>
              </a:rPr>
              <a:t>Lorem Ipsum is simply dummy text of the printing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5029200"/>
            <a:ext cx="5120640" cy="6400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56692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FF4F5A"/>
                </a:solidFill>
                <a:latin typeface="Futura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78638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spc="600">
                <a:solidFill>
                  <a:srgbClr val="1C1C1C"/>
                </a:solidFill>
              </a:rPr>
              <a:t>DEMO 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87782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A8A8A"/>
                </a:solidFill>
              </a:rPr>
              <a:t>Lorem Ipsum is simply dummy text of the printing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52960" y="5029200"/>
            <a:ext cx="5120640" cy="6400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0" y="56692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FF4F5A"/>
                </a:solidFill>
                <a:latin typeface="Futura"/>
              </a:rPr>
              <a:t>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0" y="78638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spc="600">
                <a:solidFill>
                  <a:srgbClr val="1C1C1C"/>
                </a:solidFill>
              </a:rPr>
              <a:t>DEMO 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0" y="87782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A8A8A"/>
                </a:solidFill>
              </a:rPr>
              <a:t>Lorem Ipsum is simply dummy text of the printing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922240" y="5029200"/>
            <a:ext cx="5120640" cy="6400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79440" y="56692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FF4F5A"/>
                </a:solidFill>
                <a:latin typeface="Futura"/>
              </a:rP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79440" y="78638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spc="600">
                <a:solidFill>
                  <a:srgbClr val="1C1C1C"/>
                </a:solidFill>
              </a:rPr>
              <a:t>DEMO SLIDE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79440" y="87782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A8A8A"/>
                </a:solidFill>
              </a:rPr>
              <a:t>Lorem Ipsum is simply dummy text of the printing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hello@brand.example · +7 000 000-00-00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D3047"/>
      </a:dk2>
      <a:lt2>
        <a:srgbClr val="EEECE1"/>
      </a:lt2>
      <a:accent1>
        <a:srgbClr val="FF4F5A"/>
      </a:accent1>
      <a:accent2>
        <a:srgbClr val="2D3047"/>
      </a:accent2>
      <a:accent3>
        <a:srgbClr val="93B7BE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Futu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