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5880" y="2130425"/>
            <a:ext cx="713232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406900"/>
            <a:ext cx="716883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5880" y="2906713"/>
            <a:ext cx="716883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5880" y="1600200"/>
            <a:ext cx="31699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5880" y="1535113"/>
            <a:ext cx="31715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5880" y="2174875"/>
            <a:ext cx="31715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73050"/>
            <a:ext cx="213963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5880" y="1435100"/>
            <a:ext cx="213963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25880" y="274638"/>
            <a:ext cx="515112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4" cy="68580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-192024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spc="1200">
                <a:solidFill>
                  <a:srgbClr val="FFFFFF"/>
                </a:solidFill>
                <a:latin typeface="Georgia"/>
              </a:rPr>
              <a:t>NORDLINE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nordline.example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25880" y="274638"/>
            <a:ext cx="73609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5880" y="1600200"/>
            <a:ext cx="73609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25880" y="6356350"/>
            <a:ext cx="1371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b="1">
          <a:solidFill>
            <a:srgbClr val="1F2A44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2B2B2B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2B2B2B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B2B2B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B2B2B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2B2B2B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2B2B2B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2B2B2B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2B2B2B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2B2B2B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NORDLINE Group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Годовой отчёт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 компании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</a:t>
            </a:r>
          </a:p>
          <a:p>
            <a:r>
              <a:t>Sed do eiusmod tempor incididunt ut labore et dolore</a:t>
            </a:r>
          </a:p>
          <a:p>
            <a:r>
              <a:t>Ut enim ad minim veniam, quis nostrud exercitation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2560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spc="500">
                <a:solidFill>
                  <a:srgbClr val="E4572E"/>
                </a:solidFill>
              </a:rPr>
              <a:t>DEMO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Направления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Логистика</a:t>
            </a:r>
          </a:p>
          <a:p>
            <a:r>
              <a:t>Lorem ipsum dolor sit amet</a:t>
            </a:r>
          </a:p>
          <a:p>
            <a:r>
              <a:t>Consectetur adipiscing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Складские услуги</a:t>
            </a:r>
          </a:p>
          <a:p>
            <a:r>
              <a:t>Sed do eiusmod tempor</a:t>
            </a:r>
          </a:p>
          <a:p>
            <a:r>
              <a:t>Incididunt ut labore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spc="500">
                <a:solidFill>
                  <a:srgbClr val="E4572E"/>
                </a:solidFill>
              </a:rPr>
              <a:t>DEMO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Наши объекты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Lorem ipsum dolor sit amet, consectetur adipiscing elit. Integer nec odio.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spc="500">
                <a:solidFill>
                  <a:srgbClr val="E4572E"/>
                </a:solidFill>
              </a:rPr>
              <a:t>IMAGE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показатели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560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spc="500">
                <a:solidFill>
                  <a:srgbClr val="E4572E"/>
                </a:solidFill>
              </a:rPr>
              <a:t>DEMO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2194560"/>
            <a:ext cx="2331720" cy="25603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2194560"/>
            <a:ext cx="2331720" cy="73152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56032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2A44"/>
                </a:solidFill>
                <a:latin typeface="Georgia"/>
              </a:rPr>
              <a:t>120+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6576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</a:rPr>
              <a:t>Lorem ipsum dolor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194560"/>
            <a:ext cx="2331720" cy="25603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86200" y="2194560"/>
            <a:ext cx="2331720" cy="73152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256032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2A44"/>
                </a:solidFill>
                <a:latin typeface="Georgia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36576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</a:rPr>
              <a:t>Sit amet elit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194560"/>
            <a:ext cx="2331720" cy="25603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2194560"/>
            <a:ext cx="2331720" cy="73152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56032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2A44"/>
                </a:solidFill>
                <a:latin typeface="Georgia"/>
              </a:rPr>
              <a:t>4,8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6576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</a:rPr>
              <a:t>Tempor incididunt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info@nordline.example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2A44"/>
      </a:dk2>
      <a:lt2>
        <a:srgbClr val="EEECE1"/>
      </a:lt2>
      <a:accent1>
        <a:srgbClr val="E4572E"/>
      </a:accent1>
      <a:accent2>
        <a:srgbClr val="2E86AB"/>
      </a:accent2>
      <a:accent3>
        <a:srgbClr val="F2C14E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