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Vi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3780000"/>
            <a:ext cx="10080000" cy="189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162000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endParaRPr lang="ru-RU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dt" idx="1"/>
          </p:nvPr>
        </p:nvSpPr>
        <p:spPr>
          <a:xfrm>
            <a:off x="504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ftr" idx="2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sldNum" idx="3"/>
          </p:nvPr>
        </p:nvSpPr>
        <p:spPr>
          <a:xfrm>
            <a:off x="7236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B45AEBF1-8FC1-40FA-9B24-7D204961520F}" type="slidenum">
              <a:rPr lang="ru-RU" sz="14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2000" cy="32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>
            <a:lvl1pPr indent="0" algn="l">
              <a:buNone/>
              <a:defRPr lang="ru-RU" sz="60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60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60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504000" y="3870000"/>
            <a:ext cx="9072000" cy="11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>
            <a:lvl1pPr algn="l">
              <a:spcAft>
                <a:spcPts val="924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  <a:lvl2pPr lvl="1" algn="l">
              <a:spcAft>
                <a:spcPts val="842"/>
              </a:spcAft>
              <a:buClr>
                <a:srgbClr val="F49100"/>
              </a:buClr>
              <a:buSzPct val="75000"/>
              <a:buFont typeface="Symbol" charset="2"/>
              <a:buChar char=""/>
              <a:defRPr lang="ru-RU" sz="165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2pPr>
            <a:lvl3pPr lvl="2" algn="l">
              <a:spcAft>
                <a:spcPts val="635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3pPr>
            <a:lvl4pPr lvl="3" algn="l">
              <a:spcAft>
                <a:spcPts val="422"/>
              </a:spcAft>
              <a:buClr>
                <a:srgbClr val="F49100"/>
              </a:buClr>
              <a:buSzPct val="75000"/>
              <a:buFont typeface="Symbol" charset="2"/>
              <a:buChar char=""/>
              <a:defRPr lang="ru-RU" sz="1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4pPr>
            <a:lvl5pPr lvl="4" algn="l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5pPr>
            <a:lvl6pPr lvl="5" algn="l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6pPr>
            <a:lvl7pPr lvl="6" algn="l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Aft>
                <a:spcPts val="924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21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Aft>
                <a:spcPts val="84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lang="ru-RU" sz="165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Second Outline Level</a:t>
            </a:r>
            <a:endParaRPr lang="ru-RU" sz="165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Aft>
                <a:spcPts val="635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Third Outline Level</a:t>
            </a:r>
            <a:endParaRPr lang="ru-RU" sz="18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Aft>
                <a:spcPts val="42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Fourth Outline Level</a:t>
            </a:r>
            <a:endParaRPr lang="ru-RU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Fifth Outline Level</a:t>
            </a:r>
            <a:endParaRPr lang="ru-RU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Sixth Outline Level</a:t>
            </a:r>
            <a:endParaRPr lang="ru-RU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Seventh Outline Level</a:t>
            </a:r>
            <a:endParaRPr lang="ru-RU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Vi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3780000"/>
            <a:ext cx="10080000" cy="189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162000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endParaRPr lang="ru-RU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dt" idx="4"/>
          </p:nvPr>
        </p:nvSpPr>
        <p:spPr>
          <a:xfrm>
            <a:off x="504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ftr" idx="5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6"/>
          </p:nvPr>
        </p:nvSpPr>
        <p:spPr>
          <a:xfrm>
            <a:off x="7236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B77685FB-8E18-43D3-A34C-6C0D21E71F7F}" type="slidenum">
              <a:rPr lang="ru-RU" sz="14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2000" cy="32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>
            <a:lvl1pPr indent="0" algn="l">
              <a:buNone/>
              <a:defRPr lang="ru-RU" sz="60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60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60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body"/>
          </p:nvPr>
        </p:nvSpPr>
        <p:spPr>
          <a:xfrm>
            <a:off x="504000" y="3870000"/>
            <a:ext cx="9072000" cy="11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19999"/>
          </a:bodyPr>
          <a:lstStyle>
            <a:lvl1pPr algn="l">
              <a:spcAft>
                <a:spcPts val="924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  <a:lvl2pPr lvl="1" algn="l">
              <a:spcAft>
                <a:spcPts val="842"/>
              </a:spcAft>
              <a:buClr>
                <a:srgbClr val="F49100"/>
              </a:buClr>
              <a:buSzPct val="75000"/>
              <a:buFont typeface="Symbol" charset="2"/>
              <a:buChar char=""/>
              <a:defRPr lang="ru-RU" sz="165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2pPr>
            <a:lvl3pPr lvl="2" algn="l">
              <a:spcAft>
                <a:spcPts val="635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3pPr>
            <a:lvl4pPr lvl="3" algn="l">
              <a:spcAft>
                <a:spcPts val="422"/>
              </a:spcAft>
              <a:buClr>
                <a:srgbClr val="F49100"/>
              </a:buClr>
              <a:buSzPct val="75000"/>
              <a:buFont typeface="Symbol" charset="2"/>
              <a:buChar char=""/>
              <a:defRPr lang="ru-RU" sz="1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4pPr>
            <a:lvl5pPr lvl="4" algn="l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5pPr>
            <a:lvl6pPr lvl="5" algn="l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6pPr>
            <a:lvl7pPr lvl="6" algn="l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Aft>
                <a:spcPts val="924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21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Aft>
                <a:spcPts val="84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lang="ru-RU" sz="165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Second Outline Level</a:t>
            </a:r>
            <a:endParaRPr lang="ru-RU" sz="165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Aft>
                <a:spcPts val="635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Third Outline Level</a:t>
            </a:r>
            <a:endParaRPr lang="ru-RU" sz="18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Aft>
                <a:spcPts val="42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Fourth Outline Level</a:t>
            </a:r>
            <a:endParaRPr lang="ru-RU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Fifth Outline Level</a:t>
            </a:r>
            <a:endParaRPr lang="ru-RU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Sixth Outline Level</a:t>
            </a:r>
            <a:endParaRPr lang="ru-RU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Seventh Outline Level</a:t>
            </a:r>
            <a:endParaRPr lang="ru-RU" sz="1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Vivi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flipV="1">
            <a:off x="0" y="0"/>
            <a:ext cx="10080000" cy="108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54000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endParaRPr lang="ru-RU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>
            <a:lvl1pPr indent="0" algn="l">
              <a:buNone/>
              <a:defRPr lang="ru-RU" sz="4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440000"/>
            <a:ext cx="9072000" cy="351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1pPr>
            <a:lvl2pPr lvl="1" algn="l"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2pPr>
            <a:lvl3pPr lvl="2" algn="l"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3pPr>
            <a:lvl4pPr lvl="3" algn="l"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4pPr>
            <a:lvl5pPr lvl="4" algn="l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5pPr>
            <a:lvl6pPr lvl="5" algn="l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6pPr>
            <a:lvl7pPr lvl="6" algn="l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Second Outline Level</a:t>
            </a:r>
            <a:endParaRPr lang="ru-RU" sz="21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Third Outline Level</a:t>
            </a:r>
            <a:endParaRPr lang="ru-RU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Fourth Outline Level</a:t>
            </a:r>
            <a:endParaRPr lang="ru-RU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Fifth Outline Level</a:t>
            </a:r>
            <a:endParaRPr lang="ru-RU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Sixth Outline Level</a:t>
            </a:r>
            <a:endParaRPr lang="ru-RU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Seventh Outline Level</a:t>
            </a:r>
            <a:endParaRPr lang="ru-RU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0"/>
          </p:nvPr>
        </p:nvSpPr>
        <p:spPr>
          <a:xfrm>
            <a:off x="504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1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2"/>
          </p:nvPr>
        </p:nvSpPr>
        <p:spPr>
          <a:xfrm>
            <a:off x="7236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A593529B-D7A3-467A-AF6A-E5A9D0211FD7}" type="slidenum">
              <a:rPr lang="ru-RU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Vivi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flipV="1">
            <a:off x="0" y="0"/>
            <a:ext cx="10080000" cy="108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54000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endParaRPr lang="ru-RU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>
            <a:lvl1pPr indent="0" algn="l">
              <a:buNone/>
              <a:defRPr lang="ru-RU" sz="4500" b="0" u="none" strike="noStrik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4500" b="0" u="none" strike="noStrike">
                <a:solidFill>
                  <a:srgbClr val="DBF5F9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500" b="0" u="none" strike="noStrike">
              <a:solidFill>
                <a:srgbClr val="DBF5F9"/>
              </a:solidFill>
              <a:effectLst/>
              <a:uFillTx/>
              <a:latin typeface="Noto San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440000"/>
            <a:ext cx="9072000" cy="351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1pPr>
            <a:lvl2pPr lvl="1" algn="l"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ru-RU" sz="21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2pPr>
            <a:lvl3pPr lvl="2" algn="l"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3pPr>
            <a:lvl4pPr lvl="3" algn="l"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4pPr>
            <a:lvl5pPr lvl="4" algn="l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5pPr>
            <a:lvl6pPr lvl="5" algn="l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6pPr>
            <a:lvl7pPr lvl="6" algn="l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ru-RU" sz="21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Second Outline Level</a:t>
            </a:r>
            <a:endParaRPr lang="ru-RU" sz="21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Third Outline Level</a:t>
            </a:r>
            <a:endParaRPr lang="ru-RU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Fourth Outline Level</a:t>
            </a:r>
            <a:endParaRPr lang="ru-RU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Fifth Outline Level</a:t>
            </a:r>
            <a:endParaRPr lang="ru-RU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Sixth Outline Level</a:t>
            </a:r>
            <a:endParaRPr lang="ru-RU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Seventh Outline Level</a:t>
            </a:r>
            <a:endParaRPr lang="ru-RU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504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8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9"/>
          </p:nvPr>
        </p:nvSpPr>
        <p:spPr>
          <a:xfrm>
            <a:off x="7236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A21695F7-6D2C-4481-B366-59A2E7DE47C8}" type="slidenum">
              <a:rPr lang="ru-RU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Vivid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 flipV="1">
            <a:off x="0" y="0"/>
            <a:ext cx="10080000" cy="18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54000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endParaRPr lang="ru-RU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l">
              <a:buNone/>
              <a:defRPr lang="ru-RU" sz="45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45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5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504000" y="1440000"/>
            <a:ext cx="9072000" cy="369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Aft>
                <a:spcPts val="1057"/>
              </a:spcAft>
              <a:buClr>
                <a:srgbClr val="04617B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1pPr>
            <a:lvl2pPr lvl="1" algn="l">
              <a:spcAft>
                <a:spcPts val="842"/>
              </a:spcAft>
              <a:buClr>
                <a:srgbClr val="04617B"/>
              </a:buClr>
              <a:buSzPct val="75000"/>
              <a:buFont typeface="Symbol" charset="2"/>
              <a:buChar char=""/>
              <a:defRPr lang="ru-RU" sz="21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2pPr>
            <a:lvl3pPr lvl="2" algn="l">
              <a:spcAft>
                <a:spcPts val="635"/>
              </a:spcAft>
              <a:buClr>
                <a:srgbClr val="04617B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3pPr>
            <a:lvl4pPr lvl="3" algn="l">
              <a:spcAft>
                <a:spcPts val="422"/>
              </a:spcAft>
              <a:buClr>
                <a:srgbClr val="04617B"/>
              </a:buClr>
              <a:buSzPct val="75000"/>
              <a:buFont typeface="Symbol" charset="2"/>
              <a:buChar char=""/>
              <a:defRPr lang="ru-RU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4pPr>
            <a:lvl5pPr lvl="4" algn="l"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5pPr>
            <a:lvl6pPr lvl="5" algn="l"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6pPr>
            <a:lvl7pPr lvl="6" algn="l"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4617B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Aft>
                <a:spcPts val="1057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24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Aft>
                <a:spcPts val="842"/>
              </a:spcAft>
              <a:buClr>
                <a:srgbClr val="04617B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Second Outline Level</a:t>
            </a:r>
            <a:endParaRPr lang="ru-RU" sz="21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Aft>
                <a:spcPts val="635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Third Outline Level</a:t>
            </a:r>
            <a:endParaRPr lang="ru-RU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Aft>
                <a:spcPts val="422"/>
              </a:spcAft>
              <a:buClr>
                <a:srgbClr val="04617B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Fourth Outline Level</a:t>
            </a:r>
            <a:endParaRPr lang="ru-RU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Fifth Outline Level</a:t>
            </a:r>
            <a:endParaRPr lang="ru-RU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Sixth Outline Level</a:t>
            </a:r>
            <a:endParaRPr lang="ru-RU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4617B"/>
                </a:solidFill>
                <a:effectLst/>
                <a:uFillTx/>
                <a:latin typeface="Noto Sans"/>
              </a:rPr>
              <a:t>Seventh Outline Level</a:t>
            </a:r>
            <a:endParaRPr lang="ru-RU" sz="1800" b="0" u="none" strike="noStrike">
              <a:solidFill>
                <a:srgbClr val="04617B"/>
              </a:solidFill>
              <a:effectLst/>
              <a:uFillTx/>
              <a:latin typeface="Noto Sans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3"/>
          </p:nvPr>
        </p:nvSpPr>
        <p:spPr>
          <a:xfrm>
            <a:off x="504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4"/>
          </p:nvPr>
        </p:nvSpPr>
        <p:spPr>
          <a:xfrm>
            <a:off x="3420000" y="5130000"/>
            <a:ext cx="32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5"/>
          </p:nvPr>
        </p:nvSpPr>
        <p:spPr>
          <a:xfrm>
            <a:off x="7236000" y="5130000"/>
            <a:ext cx="2340000" cy="45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46E25EE5-A716-432A-9ED3-F2BB9096AB3D}" type="slidenum">
              <a:rPr lang="ru-RU" sz="1400" b="0" u="none" strike="noStrike">
                <a:solidFill>
                  <a:srgbClr val="484848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484848"/>
              </a:solidFill>
              <a:effectLst/>
              <a:uFillTx/>
              <a:latin typeface="Noto Sans"/>
            </a:endParaRPr>
          </a:p>
        </p:txBody>
      </p:sp>
      <p:sp>
        <p:nvSpPr>
          <p:cNvPr id="30" name=""/>
          <p:cNvSpPr/>
          <p:nvPr/>
        </p:nvSpPr>
        <p:spPr>
          <a:xfrm>
            <a:off x="0" y="5580000"/>
            <a:ext cx="10080000" cy="9000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dist="25200" dir="162000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tIns="36000" rIns="36000" bIns="36000" anchor="ctr">
            <a:noAutofit/>
          </a:bodyPr>
          <a:p>
            <a:endParaRPr lang="ru-RU" sz="22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2000" cy="32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p>
            <a:r>
              <a:t>Company Presentation 2026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subTitle"/>
          </p:nvPr>
        </p:nvSpPr>
        <p:spPr>
          <a:xfrm>
            <a:off x="504000" y="3870000"/>
            <a:ext cx="9072000" cy="117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r>
              <a:t>Subtitle goes here · Speaker Name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2000" cy="99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p>
            <a:r>
              <a:t>Slide Title Goes Here 2</a:t>
            </a: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4000" y="1440000"/>
            <a:ext cx="9072000" cy="351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r>
              <a:t>Lorem ipsum dolor sit amet, consectetur adipiscing elit</a:t>
            </a:r>
          </a:p>
          <a:p>
            <a:r>
              <a:t>Sed do eiusmod tempor incididunt ut labore</a:t>
            </a:r>
          </a:p>
          <a:p>
            <a:r>
              <a:t>Ut enim ad minim veniam, quis nostrud exercitation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subTitle"/>
          </p:nvPr>
        </p:nvSpPr>
        <p:spPr>
          <a:xfrm>
            <a:off x="504000" y="630720"/>
            <a:ext cx="9072000" cy="4388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r>
              <a:t>Lorem ipsum dolor sit amet, consectetur adipiscing elit</a:t>
            </a:r>
          </a:p>
          <a:p>
            <a:r>
              <a:t>Sed do eiusmod tempor incididunt ut labore</a:t>
            </a:r>
          </a:p>
          <a:p>
            <a:r>
              <a:t>Ut enim ad minim veniam, quis nostrud exercitation</a:t>
            </a: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Vivid</Template>
  <TotalTime>0</TotalTime>
  <Application>LibreOffice/26.2.5.2$MacOSX_AARCH64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2026-09-27T15:01:06Z</dcterms:created>
  <dc:creator/>
  <dc:description>This work is licensed under a Creative Commons 0 License.
It makes use of the works of fsanchez.</dc:description>
  <dc:language>ru-RU</dc:language>
  <cp:lastModifiedBy/>
  <cp:revision>1</cp:revision>
  <dc:subject/>
  <dc:title>Vivid</dc:title>
</cp:coreProperties>
</file>