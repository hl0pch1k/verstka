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6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"/>
          <p:cNvSpPr/>
          <p:nvPr/>
        </p:nvSpPr>
        <p:spPr>
          <a:xfrm>
            <a:off x="360000" y="4320000"/>
            <a:ext cx="2520000" cy="3600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 anchorCtr="1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4" name=""/>
          <p:cNvGrpSpPr/>
          <p:nvPr/>
        </p:nvGrpSpPr>
        <p:grpSpPr>
          <a:xfrm>
            <a:off x="1170000" y="4770000"/>
            <a:ext cx="900000" cy="90000"/>
            <a:chOff x="1170000" y="4770000"/>
            <a:chExt cx="900000" cy="90000"/>
          </a:xfrm>
        </p:grpSpPr>
        <p:sp>
          <p:nvSpPr>
            <p:cNvPr id="5" name=""/>
            <p:cNvSpPr/>
            <p:nvPr/>
          </p:nvSpPr>
          <p:spPr>
            <a:xfrm>
              <a:off x="117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44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171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198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9" name="PlaceHolder 1"/>
          <p:cNvSpPr>
            <a:spLocks noGrp="1"/>
          </p:cNvSpPr>
          <p:nvPr>
            <p:ph type="ftr" idx="1"/>
          </p:nvPr>
        </p:nvSpPr>
        <p:spPr>
          <a:xfrm>
            <a:off x="360000" y="4320000"/>
            <a:ext cx="25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62500" lnSpcReduction="19999"/>
          </a:bodyPr>
          <a:lstStyle>
            <a:lvl1pPr indent="0" algn="l">
              <a:buNone/>
              <a:def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2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an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"/>
          <p:cNvPicPr/>
          <p:nvPr/>
        </p:nvPicPr>
        <p:blipFill>
          <a:blip r:embed="rId2"/>
          <a:stretch/>
        </p:blipFill>
        <p:spPr>
          <a:xfrm>
            <a:off x="0" y="0"/>
            <a:ext cx="10080000" cy="567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"/>
          <p:cNvSpPr/>
          <p:nvPr/>
        </p:nvSpPr>
        <p:spPr>
          <a:xfrm>
            <a:off x="360000" y="4320000"/>
            <a:ext cx="2520000" cy="360000"/>
          </a:xfrm>
          <a:prstGeom prst="roundRect">
            <a:avLst>
              <a:gd name="adj" fmla="val 50000"/>
            </a:avLst>
          </a:prstGeom>
          <a:solidFill>
            <a:srgbClr val="60C4E4"/>
          </a:solidFill>
          <a:ln w="144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7200" tIns="7200" rIns="7200" bIns="7200" anchor="ctr" anchorCtr="1">
            <a:sp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grpSp>
        <p:nvGrpSpPr>
          <p:cNvPr id="13" name=""/>
          <p:cNvGrpSpPr/>
          <p:nvPr/>
        </p:nvGrpSpPr>
        <p:grpSpPr>
          <a:xfrm>
            <a:off x="1170000" y="4770000"/>
            <a:ext cx="900000" cy="90000"/>
            <a:chOff x="1170000" y="4770000"/>
            <a:chExt cx="900000" cy="90000"/>
          </a:xfrm>
        </p:grpSpPr>
        <p:sp>
          <p:nvSpPr>
            <p:cNvPr id="5" name=""/>
            <p:cNvSpPr/>
            <p:nvPr/>
          </p:nvSpPr>
          <p:spPr>
            <a:xfrm>
              <a:off x="117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144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171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1980000" y="4770000"/>
              <a:ext cx="90000" cy="90000"/>
            </a:xfrm>
            <a:prstGeom prst="ellipse">
              <a:avLst/>
            </a:prstGeom>
            <a:solidFill>
              <a:srgbClr val="60C4E4"/>
            </a:solidFill>
            <a:ln w="1440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7200" tIns="7200" rIns="7200" bIns="7200" anchor="ctr" anchorCtr="1">
              <a:spAutoFit/>
            </a:bodyPr>
            <a:p>
              <a:endPara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" name="PlaceHolder 1"/>
          <p:cNvSpPr>
            <a:spLocks noGrp="1"/>
          </p:cNvSpPr>
          <p:nvPr>
            <p:ph type="ftr" idx="2"/>
          </p:nvPr>
        </p:nvSpPr>
        <p:spPr>
          <a:xfrm>
            <a:off x="360000" y="4320000"/>
            <a:ext cx="2520000" cy="36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&lt;footer&gt;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title"/>
          </p:nvPr>
        </p:nvSpPr>
        <p:spPr>
          <a:xfrm>
            <a:off x="810000" y="1152000"/>
            <a:ext cx="8460000" cy="9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62500" lnSpcReduction="19999"/>
          </a:bodyPr>
          <a:lstStyle>
            <a:lvl1pPr indent="0" algn="l">
              <a:buNone/>
              <a:def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6600" b="1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66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3420000" y="1800000"/>
            <a:ext cx="6120000" cy="360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able of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"/>
          <p:cNvGrpSpPr/>
          <p:nvPr/>
        </p:nvGrpSpPr>
        <p:grpSpPr>
          <a:xfrm>
            <a:off x="0" y="0"/>
            <a:ext cx="3240360" cy="5694480"/>
            <a:chOff x="0" y="0"/>
            <a:chExt cx="3240360" cy="5694480"/>
          </a:xfrm>
        </p:grpSpPr>
        <p:sp>
          <p:nvSpPr>
            <p:cNvPr id="18" name=""/>
            <p:cNvSpPr/>
            <p:nvPr/>
          </p:nvSpPr>
          <p:spPr>
            <a:xfrm>
              <a:off x="0" y="0"/>
              <a:ext cx="1851120" cy="1946880"/>
            </a:xfrm>
            <a:custGeom>
              <a:avLst/>
              <a:gdLst/>
              <a:ahLst/>
              <a:rect l="0" t="0" r="r" b="b"/>
              <a:pathLst>
                <a:path w="5142" h="5408">
                  <a:moveTo>
                    <a:pt x="3781" y="0"/>
                  </a:moveTo>
                  <a:lnTo>
                    <a:pt x="0" y="2467"/>
                  </a:lnTo>
                  <a:lnTo>
                    <a:pt x="0" y="5408"/>
                  </a:lnTo>
                  <a:lnTo>
                    <a:pt x="5142" y="2053"/>
                  </a:lnTo>
                  <a:lnTo>
                    <a:pt x="3802" y="0"/>
                  </a:lnTo>
                  <a:lnTo>
                    <a:pt x="3781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0" y="2327760"/>
              <a:ext cx="2012760" cy="2030760"/>
            </a:xfrm>
            <a:custGeom>
              <a:avLst/>
              <a:gdLst/>
              <a:ahLst/>
              <a:rect l="0" t="0" r="r" b="b"/>
              <a:pathLst>
                <a:path w="5591" h="5641">
                  <a:moveTo>
                    <a:pt x="4291" y="0"/>
                  </a:moveTo>
                  <a:lnTo>
                    <a:pt x="0" y="2799"/>
                  </a:lnTo>
                  <a:lnTo>
                    <a:pt x="0" y="5641"/>
                  </a:lnTo>
                  <a:lnTo>
                    <a:pt x="5591" y="1993"/>
                  </a:lnTo>
                  <a:lnTo>
                    <a:pt x="4291" y="0"/>
                  </a:lnTo>
                  <a:close/>
                </a:path>
              </a:pathLst>
            </a:custGeom>
            <a:solidFill>
              <a:srgbClr val="F8B622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0" y="200520"/>
              <a:ext cx="3193560" cy="3239280"/>
            </a:xfrm>
            <a:custGeom>
              <a:avLst/>
              <a:gdLst/>
              <a:ahLst/>
              <a:rect l="0" t="0" r="r" b="b"/>
              <a:pathLst>
                <a:path w="8871" h="8998">
                  <a:moveTo>
                    <a:pt x="6776" y="0"/>
                  </a:moveTo>
                  <a:lnTo>
                    <a:pt x="0" y="4422"/>
                  </a:lnTo>
                  <a:lnTo>
                    <a:pt x="0" y="8998"/>
                  </a:lnTo>
                  <a:lnTo>
                    <a:pt x="8871" y="3210"/>
                  </a:lnTo>
                  <a:lnTo>
                    <a:pt x="6776" y="0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0" y="2680920"/>
              <a:ext cx="3240360" cy="2988360"/>
            </a:xfrm>
            <a:custGeom>
              <a:avLst/>
              <a:gdLst/>
              <a:ahLst/>
              <a:rect l="0" t="0" r="r" b="b"/>
              <a:pathLst>
                <a:path w="9001" h="8301">
                  <a:moveTo>
                    <a:pt x="7038" y="0"/>
                  </a:moveTo>
                  <a:lnTo>
                    <a:pt x="0" y="4602"/>
                  </a:lnTo>
                  <a:lnTo>
                    <a:pt x="0" y="8301"/>
                  </a:lnTo>
                  <a:lnTo>
                    <a:pt x="912" y="8301"/>
                  </a:lnTo>
                  <a:lnTo>
                    <a:pt x="9001" y="3013"/>
                  </a:lnTo>
                  <a:lnTo>
                    <a:pt x="7038" y="0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277560" y="4977000"/>
              <a:ext cx="1568160" cy="717480"/>
            </a:xfrm>
            <a:custGeom>
              <a:avLst/>
              <a:gdLst/>
              <a:ahLst/>
              <a:rect l="0" t="0" r="r" b="b"/>
              <a:pathLst>
                <a:path w="4356" h="1993">
                  <a:moveTo>
                    <a:pt x="3055" y="0"/>
                  </a:moveTo>
                  <a:lnTo>
                    <a:pt x="0" y="1993"/>
                  </a:lnTo>
                  <a:lnTo>
                    <a:pt x="4356" y="1993"/>
                  </a:lnTo>
                  <a:lnTo>
                    <a:pt x="3055" y="0"/>
                  </a:lnTo>
                  <a:close/>
                </a:path>
              </a:pathLst>
            </a:custGeom>
            <a:solidFill>
              <a:srgbClr val="7F59AE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0" y="0"/>
              <a:ext cx="1398960" cy="912960"/>
            </a:xfrm>
            <a:custGeom>
              <a:avLst/>
              <a:gdLst/>
              <a:ahLst/>
              <a:rect l="0" t="0" r="r" b="b"/>
              <a:pathLst>
                <a:path w="3886" h="2536">
                  <a:moveTo>
                    <a:pt x="0" y="0"/>
                  </a:moveTo>
                  <a:lnTo>
                    <a:pt x="0" y="2536"/>
                  </a:lnTo>
                  <a:lnTo>
                    <a:pt x="388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 rot="5400000">
            <a:off x="6570720" y="2272320"/>
            <a:ext cx="4950000" cy="1125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9999"/>
          </a:bodyPr>
          <a:lstStyle>
            <a:lvl1pPr indent="0" algn="ctr">
              <a:buNone/>
              <a:defRPr lang="ru-RU" sz="4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340000" y="360000"/>
            <a:ext cx="6300000" cy="50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"/>
          <p:cNvGrpSpPr/>
          <p:nvPr/>
        </p:nvGrpSpPr>
        <p:grpSpPr>
          <a:xfrm>
            <a:off x="1190520" y="664200"/>
            <a:ext cx="2409840" cy="4373280"/>
            <a:chOff x="1190520" y="664200"/>
            <a:chExt cx="2409840" cy="4373280"/>
          </a:xfrm>
        </p:grpSpPr>
        <p:sp>
          <p:nvSpPr>
            <p:cNvPr id="27" name=""/>
            <p:cNvSpPr/>
            <p:nvPr/>
          </p:nvSpPr>
          <p:spPr>
            <a:xfrm>
              <a:off x="20772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19052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9" name=""/>
            <p:cNvSpPr/>
            <p:nvPr/>
          </p:nvSpPr>
          <p:spPr>
            <a:xfrm>
              <a:off x="20772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0" name=""/>
            <p:cNvSpPr/>
            <p:nvPr/>
          </p:nvSpPr>
          <p:spPr>
            <a:xfrm>
              <a:off x="119052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FE7130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1" name=""/>
            <p:cNvSpPr/>
            <p:nvPr/>
          </p:nvSpPr>
          <p:spPr>
            <a:xfrm>
              <a:off x="20772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2" name=""/>
            <p:cNvSpPr/>
            <p:nvPr/>
          </p:nvSpPr>
          <p:spPr>
            <a:xfrm>
              <a:off x="119052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3" name=""/>
            <p:cNvSpPr/>
            <p:nvPr/>
          </p:nvSpPr>
          <p:spPr>
            <a:xfrm>
              <a:off x="20772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4" name=""/>
            <p:cNvSpPr/>
            <p:nvPr/>
          </p:nvSpPr>
          <p:spPr>
            <a:xfrm>
              <a:off x="119052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35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36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7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42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43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46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68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6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5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56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57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296D4C6-1C35-466E-985E-227FFC314D5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69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71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72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7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 type="ftr" idx="7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 type="sldNum" idx="8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CDDBE15A-4D99-4428-8DE2-4387BE4C2FC5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8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1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82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83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8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59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0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84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9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ftr" idx="10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sldNum" idx="11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435CB629-AC43-4B72-B0BE-51D76321CC5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91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6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97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98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04" name=""/>
          <p:cNvSpPr/>
          <p:nvPr/>
        </p:nvSpPr>
        <p:spPr>
          <a:xfrm>
            <a:off x="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5" name=""/>
          <p:cNvSpPr/>
          <p:nvPr/>
        </p:nvSpPr>
        <p:spPr>
          <a:xfrm>
            <a:off x="252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6" name=""/>
          <p:cNvSpPr/>
          <p:nvPr/>
        </p:nvSpPr>
        <p:spPr>
          <a:xfrm>
            <a:off x="504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07" name=""/>
          <p:cNvSpPr/>
          <p:nvPr/>
        </p:nvSpPr>
        <p:spPr>
          <a:xfrm>
            <a:off x="756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12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 type="ftr" idx="13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 type="sldNum" idx="14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E6C1CCF4-346E-477A-A43A-B09BFEAD1ECC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ample Arti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14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16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117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9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0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18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19" name=""/>
          <p:cNvSpPr/>
          <p:nvPr/>
        </p:nvSpPr>
        <p:spPr>
          <a:xfrm>
            <a:off x="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0" name=""/>
          <p:cNvSpPr/>
          <p:nvPr/>
        </p:nvSpPr>
        <p:spPr>
          <a:xfrm>
            <a:off x="252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1" name=""/>
          <p:cNvSpPr/>
          <p:nvPr/>
        </p:nvSpPr>
        <p:spPr>
          <a:xfrm>
            <a:off x="504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E54B89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2" name=""/>
          <p:cNvSpPr/>
          <p:nvPr/>
        </p:nvSpPr>
        <p:spPr>
          <a:xfrm>
            <a:off x="7560000" y="1188000"/>
            <a:ext cx="2520360" cy="3672360"/>
          </a:xfrm>
          <a:custGeom>
            <a:avLst/>
            <a:gdLst/>
            <a:ahLst/>
            <a:rect l="0" t="0" r="r" b="b"/>
            <a:pathLst>
              <a:path w="7001" h="10201">
                <a:moveTo>
                  <a:pt x="0" y="0"/>
                </a:moveTo>
                <a:lnTo>
                  <a:pt x="7001" y="0"/>
                </a:lnTo>
                <a:lnTo>
                  <a:pt x="7001" y="10201"/>
                </a:lnTo>
                <a:lnTo>
                  <a:pt x="0" y="10201"/>
                </a:lnTo>
                <a:lnTo>
                  <a:pt x="0" y="0"/>
                </a:lnTo>
                <a:close/>
              </a:path>
            </a:pathLst>
          </a:custGeom>
          <a:solidFill>
            <a:srgbClr val="F8B622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FFFFF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15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16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 idx="17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B855639-9295-438F-B69E-8E0C332612FD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129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0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1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2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3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4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35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136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7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8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39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140" name=""/>
          <p:cNvGrpSpPr/>
          <p:nvPr/>
        </p:nvGrpSpPr>
        <p:grpSpPr>
          <a:xfrm>
            <a:off x="6210000" y="664200"/>
            <a:ext cx="2423160" cy="4373280"/>
            <a:chOff x="6210000" y="664200"/>
            <a:chExt cx="2423160" cy="4373280"/>
          </a:xfrm>
        </p:grpSpPr>
        <p:sp>
          <p:nvSpPr>
            <p:cNvPr id="141" name=""/>
            <p:cNvSpPr/>
            <p:nvPr/>
          </p:nvSpPr>
          <p:spPr>
            <a:xfrm>
              <a:off x="71100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2" name=""/>
            <p:cNvSpPr/>
            <p:nvPr/>
          </p:nvSpPr>
          <p:spPr>
            <a:xfrm>
              <a:off x="621000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3" name=""/>
            <p:cNvSpPr/>
            <p:nvPr/>
          </p:nvSpPr>
          <p:spPr>
            <a:xfrm>
              <a:off x="71100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4" name=""/>
            <p:cNvSpPr/>
            <p:nvPr/>
          </p:nvSpPr>
          <p:spPr>
            <a:xfrm>
              <a:off x="621000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60C4E4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5" name=""/>
            <p:cNvSpPr/>
            <p:nvPr/>
          </p:nvSpPr>
          <p:spPr>
            <a:xfrm>
              <a:off x="71100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6" name=""/>
            <p:cNvSpPr/>
            <p:nvPr/>
          </p:nvSpPr>
          <p:spPr>
            <a:xfrm>
              <a:off x="621000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7" name=""/>
            <p:cNvSpPr/>
            <p:nvPr/>
          </p:nvSpPr>
          <p:spPr>
            <a:xfrm>
              <a:off x="71100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48" name=""/>
            <p:cNvSpPr/>
            <p:nvPr/>
          </p:nvSpPr>
          <p:spPr>
            <a:xfrm>
              <a:off x="621000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60C4E4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68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0" name=""/>
          <p:cNvSpPr/>
          <p:nvPr/>
        </p:nvSpPr>
        <p:spPr>
          <a:xfrm>
            <a:off x="4032000" y="0"/>
            <a:ext cx="6048360" cy="5670360"/>
          </a:xfrm>
          <a:custGeom>
            <a:avLst/>
            <a:gdLst/>
            <a:ahLst/>
            <a:rect l="0" t="0" r="r" b="b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173" name=""/>
          <p:cNvGrpSpPr/>
          <p:nvPr/>
        </p:nvGrpSpPr>
        <p:grpSpPr>
          <a:xfrm>
            <a:off x="4860000" y="468000"/>
            <a:ext cx="4752360" cy="4752360"/>
            <a:chOff x="4860000" y="468000"/>
            <a:chExt cx="4752360" cy="4752360"/>
          </a:xfrm>
        </p:grpSpPr>
        <p:sp>
          <p:nvSpPr>
            <p:cNvPr id="174" name=""/>
            <p:cNvSpPr/>
            <p:nvPr/>
          </p:nvSpPr>
          <p:spPr>
            <a:xfrm>
              <a:off x="486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75" name=""/>
            <p:cNvSpPr/>
            <p:nvPr/>
          </p:nvSpPr>
          <p:spPr>
            <a:xfrm>
              <a:off x="514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76" name="PlaceHolder 3"/>
          <p:cNvSpPr>
            <a:spLocks noGrp="1"/>
          </p:cNvSpPr>
          <p:nvPr>
            <p:ph type="dt" idx="21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7" name="PlaceHolder 4"/>
          <p:cNvSpPr>
            <a:spLocks noGrp="1"/>
          </p:cNvSpPr>
          <p:nvPr>
            <p:ph type="ftr" idx="22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78" name="PlaceHolder 5"/>
          <p:cNvSpPr>
            <a:spLocks noGrp="1"/>
          </p:cNvSpPr>
          <p:nvPr>
            <p:ph type="sldNum" idx="23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F90985B0-CFE0-43C6-8A9D-ACD710875E22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52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3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4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5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6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57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58" name=""/>
          <p:cNvSpPr/>
          <p:nvPr/>
        </p:nvSpPr>
        <p:spPr>
          <a:xfrm>
            <a:off x="4032000" y="0"/>
            <a:ext cx="6048360" cy="5670360"/>
          </a:xfrm>
          <a:custGeom>
            <a:avLst/>
            <a:gdLst/>
            <a:ahLst/>
            <a:rect l="0" t="0" r="r" b="b"/>
            <a:pathLst>
              <a:path w="16801" h="15751">
                <a:moveTo>
                  <a:pt x="16801" y="0"/>
                </a:moveTo>
                <a:cubicBezTo>
                  <a:pt x="16801" y="5250"/>
                  <a:pt x="16801" y="10501"/>
                  <a:pt x="16801" y="15751"/>
                </a:cubicBezTo>
                <a:cubicBezTo>
                  <a:pt x="11201" y="15751"/>
                  <a:pt x="5601" y="15751"/>
                  <a:pt x="0" y="15751"/>
                </a:cubicBezTo>
                <a:cubicBezTo>
                  <a:pt x="0" y="3289"/>
                  <a:pt x="11877" y="0"/>
                  <a:pt x="16801" y="0"/>
                </a:cubicBezTo>
                <a:close/>
              </a:path>
            </a:pathLst>
          </a:custGeom>
          <a:solidFill>
            <a:srgbClr val="7F59AE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468000"/>
            <a:ext cx="4176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04000" y="1548000"/>
            <a:ext cx="4176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7F59AE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7F59AE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7F59AE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7F59AE"/>
              </a:solidFill>
              <a:effectLst/>
              <a:uFillTx/>
              <a:latin typeface="Noto Sans"/>
            </a:endParaRPr>
          </a:p>
        </p:txBody>
      </p:sp>
      <p:grpSp>
        <p:nvGrpSpPr>
          <p:cNvPr id="161" name=""/>
          <p:cNvGrpSpPr/>
          <p:nvPr/>
        </p:nvGrpSpPr>
        <p:grpSpPr>
          <a:xfrm>
            <a:off x="4860000" y="468000"/>
            <a:ext cx="4752360" cy="4752360"/>
            <a:chOff x="4860000" y="468000"/>
            <a:chExt cx="4752360" cy="4752360"/>
          </a:xfrm>
        </p:grpSpPr>
        <p:sp>
          <p:nvSpPr>
            <p:cNvPr id="162" name=""/>
            <p:cNvSpPr/>
            <p:nvPr/>
          </p:nvSpPr>
          <p:spPr>
            <a:xfrm>
              <a:off x="486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514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60C4E4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60C4E4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64" name="PlaceHolder 3"/>
          <p:cNvSpPr>
            <a:spLocks noGrp="1"/>
          </p:cNvSpPr>
          <p:nvPr>
            <p:ph type="dt" idx="18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19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20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D3C5321F-0E38-42CB-8801-F08343DCB07E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96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7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8" name=""/>
          <p:cNvSpPr/>
          <p:nvPr/>
        </p:nvSpPr>
        <p:spPr>
          <a:xfrm>
            <a:off x="0" y="1215000"/>
            <a:ext cx="3240360" cy="3240360"/>
          </a:xfrm>
          <a:custGeom>
            <a:avLst/>
            <a:gdLst/>
            <a:ahLst/>
            <a:rect l="0" t="0" r="r" b="b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grpSp>
        <p:nvGrpSpPr>
          <p:cNvPr id="201" name=""/>
          <p:cNvGrpSpPr/>
          <p:nvPr/>
        </p:nvGrpSpPr>
        <p:grpSpPr>
          <a:xfrm>
            <a:off x="180000" y="468000"/>
            <a:ext cx="4752360" cy="4752360"/>
            <a:chOff x="180000" y="468000"/>
            <a:chExt cx="4752360" cy="4752360"/>
          </a:xfrm>
        </p:grpSpPr>
        <p:sp>
          <p:nvSpPr>
            <p:cNvPr id="202" name=""/>
            <p:cNvSpPr/>
            <p:nvPr/>
          </p:nvSpPr>
          <p:spPr>
            <a:xfrm>
              <a:off x="18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3" name=""/>
            <p:cNvSpPr/>
            <p:nvPr/>
          </p:nvSpPr>
          <p:spPr>
            <a:xfrm>
              <a:off x="46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04" name="PlaceHolder 3"/>
          <p:cNvSpPr>
            <a:spLocks noGrp="1"/>
          </p:cNvSpPr>
          <p:nvPr>
            <p:ph type="dt" idx="27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 type="ftr" idx="28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 type="sldNum" idx="29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97D665D0-EB59-4F06-BFA8-ED89CDB4F076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Insert 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180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85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86" name=""/>
          <p:cNvSpPr/>
          <p:nvPr/>
        </p:nvSpPr>
        <p:spPr>
          <a:xfrm>
            <a:off x="0" y="1215000"/>
            <a:ext cx="3240360" cy="3240360"/>
          </a:xfrm>
          <a:custGeom>
            <a:avLst/>
            <a:gdLst/>
            <a:ahLst/>
            <a:rect l="0" t="0" r="r" b="b"/>
            <a:pathLst>
              <a:path w="9001" h="9001">
                <a:moveTo>
                  <a:pt x="0" y="0"/>
                </a:moveTo>
                <a:lnTo>
                  <a:pt x="9001" y="0"/>
                </a:lnTo>
                <a:lnTo>
                  <a:pt x="9001" y="9001"/>
                </a:lnTo>
                <a:lnTo>
                  <a:pt x="0" y="9001"/>
                </a:lnTo>
                <a:lnTo>
                  <a:pt x="0" y="0"/>
                </a:ln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220000" y="468000"/>
            <a:ext cx="4320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85000" lnSpcReduction="19999"/>
          </a:bodyPr>
          <a:lstStyle>
            <a:lvl1pPr indent="0" algn="ctr">
              <a:buNone/>
              <a:def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body"/>
          </p:nvPr>
        </p:nvSpPr>
        <p:spPr>
          <a:xfrm>
            <a:off x="5220000" y="1548000"/>
            <a:ext cx="4320000" cy="36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19999"/>
          </a:bodyPr>
          <a:lstStyle>
            <a:lvl1pPr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E713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E713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FE713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FE7130"/>
              </a:solidFill>
              <a:effectLst/>
              <a:uFillTx/>
              <a:latin typeface="Noto Sans"/>
            </a:endParaRPr>
          </a:p>
        </p:txBody>
      </p:sp>
      <p:grpSp>
        <p:nvGrpSpPr>
          <p:cNvPr id="189" name=""/>
          <p:cNvGrpSpPr/>
          <p:nvPr/>
        </p:nvGrpSpPr>
        <p:grpSpPr>
          <a:xfrm>
            <a:off x="180000" y="468000"/>
            <a:ext cx="4752360" cy="4752360"/>
            <a:chOff x="180000" y="468000"/>
            <a:chExt cx="4752360" cy="4752360"/>
          </a:xfrm>
        </p:grpSpPr>
        <p:sp>
          <p:nvSpPr>
            <p:cNvPr id="190" name=""/>
            <p:cNvSpPr/>
            <p:nvPr/>
          </p:nvSpPr>
          <p:spPr>
            <a:xfrm>
              <a:off x="180000" y="468000"/>
              <a:ext cx="4752360" cy="4752360"/>
            </a:xfrm>
            <a:custGeom>
              <a:avLst/>
              <a:gdLst/>
              <a:ahLst/>
              <a:rect l="0" t="0" r="r" b="b"/>
              <a:pathLst>
                <a:path w="13201" h="13201">
                  <a:moveTo>
                    <a:pt x="0" y="0"/>
                  </a:moveTo>
                  <a:lnTo>
                    <a:pt x="13201" y="0"/>
                  </a:lnTo>
                  <a:lnTo>
                    <a:pt x="13201" y="13201"/>
                  </a:lnTo>
                  <a:lnTo>
                    <a:pt x="0" y="132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191" name=""/>
            <p:cNvSpPr/>
            <p:nvPr/>
          </p:nvSpPr>
          <p:spPr>
            <a:xfrm>
              <a:off x="468000" y="756000"/>
              <a:ext cx="4176360" cy="4176360"/>
            </a:xfrm>
            <a:custGeom>
              <a:avLst/>
              <a:gdLst/>
              <a:ahLst/>
              <a:rect l="0" t="0" r="r" b="b"/>
              <a:pathLst>
                <a:path w="11601" h="11601">
                  <a:moveTo>
                    <a:pt x="0" y="0"/>
                  </a:moveTo>
                  <a:lnTo>
                    <a:pt x="11601" y="0"/>
                  </a:lnTo>
                  <a:lnTo>
                    <a:pt x="11601" y="11601"/>
                  </a:lnTo>
                  <a:lnTo>
                    <a:pt x="0" y="11601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rnd" w="54000">
              <a:solidFill>
                <a:srgbClr val="F8B622"/>
              </a:solidFill>
              <a:round/>
            </a:ln>
          </p:spPr>
          <p:txBody>
            <a:bodyPr lIns="12600" tIns="12600" rIns="12600" bIns="1260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192" name="PlaceHolder 3"/>
          <p:cNvSpPr>
            <a:spLocks noGrp="1"/>
          </p:cNvSpPr>
          <p:nvPr>
            <p:ph type="dt" idx="24"/>
          </p:nvPr>
        </p:nvSpPr>
        <p:spPr>
          <a:xfrm>
            <a:off x="50400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ftr" idx="25"/>
          </p:nvPr>
        </p:nvSpPr>
        <p:spPr>
          <a:xfrm>
            <a:off x="3447360" y="5292000"/>
            <a:ext cx="319500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sldNum" idx="26"/>
          </p:nvPr>
        </p:nvSpPr>
        <p:spPr>
          <a:xfrm>
            <a:off x="7227360" y="5292000"/>
            <a:ext cx="2348280" cy="25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7FBC4B87-4254-4A06-947A-D13F5ACA6FD8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opic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"/>
          <p:cNvGrpSpPr/>
          <p:nvPr/>
        </p:nvGrpSpPr>
        <p:grpSpPr>
          <a:xfrm>
            <a:off x="9783000" y="208080"/>
            <a:ext cx="80280" cy="5249520"/>
            <a:chOff x="9783000" y="208080"/>
            <a:chExt cx="80280" cy="5249520"/>
          </a:xfrm>
        </p:grpSpPr>
        <p:sp>
          <p:nvSpPr>
            <p:cNvPr id="208" name=""/>
            <p:cNvSpPr/>
            <p:nvPr/>
          </p:nvSpPr>
          <p:spPr>
            <a:xfrm>
              <a:off x="9823320" y="208080"/>
              <a:ext cx="0" cy="233532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09" name=""/>
            <p:cNvSpPr/>
            <p:nvPr/>
          </p:nvSpPr>
          <p:spPr>
            <a:xfrm>
              <a:off x="9783000" y="2503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0" name=""/>
            <p:cNvSpPr/>
            <p:nvPr/>
          </p:nvSpPr>
          <p:spPr>
            <a:xfrm>
              <a:off x="9783000" y="26946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1" name=""/>
            <p:cNvSpPr/>
            <p:nvPr/>
          </p:nvSpPr>
          <p:spPr>
            <a:xfrm>
              <a:off x="9783000" y="28908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2" name=""/>
            <p:cNvSpPr/>
            <p:nvPr/>
          </p:nvSpPr>
          <p:spPr>
            <a:xfrm>
              <a:off x="9783000" y="311436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3" name=""/>
            <p:cNvSpPr/>
            <p:nvPr/>
          </p:nvSpPr>
          <p:spPr>
            <a:xfrm>
              <a:off x="9823320" y="3122280"/>
              <a:ext cx="0" cy="233532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4" name=""/>
          <p:cNvGrpSpPr/>
          <p:nvPr/>
        </p:nvGrpSpPr>
        <p:grpSpPr>
          <a:xfrm>
            <a:off x="0" y="5490000"/>
            <a:ext cx="10080360" cy="180360"/>
            <a:chOff x="0" y="5490000"/>
            <a:chExt cx="10080360" cy="180360"/>
          </a:xfrm>
        </p:grpSpPr>
        <p:sp>
          <p:nvSpPr>
            <p:cNvPr id="215" name=""/>
            <p:cNvSpPr/>
            <p:nvPr/>
          </p:nvSpPr>
          <p:spPr>
            <a:xfrm>
              <a:off x="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F59AE"/>
                </a:gs>
                <a:gs pos="100000">
                  <a:srgbClr val="60C4E4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6" name=""/>
            <p:cNvSpPr/>
            <p:nvPr/>
          </p:nvSpPr>
          <p:spPr>
            <a:xfrm>
              <a:off x="288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60C4E4"/>
                </a:gs>
                <a:gs pos="100000">
                  <a:srgbClr val="E54B89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7" name=""/>
            <p:cNvSpPr/>
            <p:nvPr/>
          </p:nvSpPr>
          <p:spPr>
            <a:xfrm>
              <a:off x="5760000" y="5490000"/>
              <a:ext cx="2880360" cy="180360"/>
            </a:xfrm>
            <a:custGeom>
              <a:avLst/>
              <a:gdLst/>
              <a:ahLst/>
              <a:rect l="0" t="0" r="r" b="b"/>
              <a:pathLst>
                <a:path w="8001" h="501">
                  <a:moveTo>
                    <a:pt x="0" y="0"/>
                  </a:moveTo>
                  <a:lnTo>
                    <a:pt x="8001" y="0"/>
                  </a:lnTo>
                  <a:lnTo>
                    <a:pt x="8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E54B89"/>
                </a:gs>
                <a:gs pos="100000">
                  <a:srgbClr val="FE7130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18" name=""/>
            <p:cNvSpPr/>
            <p:nvPr/>
          </p:nvSpPr>
          <p:spPr>
            <a:xfrm>
              <a:off x="8640000" y="5490000"/>
              <a:ext cx="1440360" cy="180360"/>
            </a:xfrm>
            <a:custGeom>
              <a:avLst/>
              <a:gdLst/>
              <a:ahLst/>
              <a:rect l="0" t="0" r="r" b="b"/>
              <a:pathLst>
                <a:path w="4001" h="501">
                  <a:moveTo>
                    <a:pt x="0" y="0"/>
                  </a:moveTo>
                  <a:lnTo>
                    <a:pt x="4001" y="0"/>
                  </a:lnTo>
                  <a:lnTo>
                    <a:pt x="4001" y="501"/>
                  </a:lnTo>
                  <a:lnTo>
                    <a:pt x="0" y="501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FE7130"/>
                </a:gs>
                <a:gs pos="100000">
                  <a:srgbClr val="F8B622"/>
                </a:gs>
              </a:gsLst>
              <a:lin ang="0"/>
            </a:gra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19" name=""/>
          <p:cNvGrpSpPr/>
          <p:nvPr/>
        </p:nvGrpSpPr>
        <p:grpSpPr>
          <a:xfrm>
            <a:off x="6210000" y="664200"/>
            <a:ext cx="2423160" cy="4373280"/>
            <a:chOff x="6210000" y="664200"/>
            <a:chExt cx="2423160" cy="4373280"/>
          </a:xfrm>
        </p:grpSpPr>
        <p:sp>
          <p:nvSpPr>
            <p:cNvPr id="220" name=""/>
            <p:cNvSpPr/>
            <p:nvPr/>
          </p:nvSpPr>
          <p:spPr>
            <a:xfrm>
              <a:off x="7110000" y="81144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1" name=""/>
            <p:cNvSpPr/>
            <p:nvPr/>
          </p:nvSpPr>
          <p:spPr>
            <a:xfrm>
              <a:off x="6210000" y="16830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2" name=""/>
            <p:cNvSpPr/>
            <p:nvPr/>
          </p:nvSpPr>
          <p:spPr>
            <a:xfrm>
              <a:off x="7110000" y="2642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3" name=""/>
            <p:cNvSpPr/>
            <p:nvPr/>
          </p:nvSpPr>
          <p:spPr>
            <a:xfrm>
              <a:off x="6210000" y="351432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solidFill>
              <a:srgbClr val="E54B89"/>
            </a:solidFill>
            <a:ln w="0">
              <a:noFill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4" name=""/>
            <p:cNvSpPr/>
            <p:nvPr/>
          </p:nvSpPr>
          <p:spPr>
            <a:xfrm>
              <a:off x="7110000" y="66420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5" name=""/>
            <p:cNvSpPr/>
            <p:nvPr/>
          </p:nvSpPr>
          <p:spPr>
            <a:xfrm>
              <a:off x="6210000" y="153576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6" name=""/>
            <p:cNvSpPr/>
            <p:nvPr/>
          </p:nvSpPr>
          <p:spPr>
            <a:xfrm>
              <a:off x="7110000" y="2495880"/>
              <a:ext cx="1523160" cy="1523160"/>
            </a:xfrm>
            <a:custGeom>
              <a:avLst/>
              <a:gdLst/>
              <a:ahLst/>
              <a:rect l="0" t="0" r="r" b="b"/>
              <a:pathLst>
                <a:path w="4231" h="4231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1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27" name=""/>
            <p:cNvSpPr/>
            <p:nvPr/>
          </p:nvSpPr>
          <p:spPr>
            <a:xfrm>
              <a:off x="6210000" y="3367080"/>
              <a:ext cx="1523160" cy="1523520"/>
            </a:xfrm>
            <a:custGeom>
              <a:avLst/>
              <a:gdLst/>
              <a:ahLst/>
              <a:rect l="0" t="0" r="r" b="b"/>
              <a:pathLst>
                <a:path w="4231" h="4232">
                  <a:moveTo>
                    <a:pt x="1057" y="3165"/>
                  </a:moveTo>
                  <a:lnTo>
                    <a:pt x="0" y="2098"/>
                  </a:lnTo>
                  <a:lnTo>
                    <a:pt x="2116" y="0"/>
                  </a:lnTo>
                  <a:lnTo>
                    <a:pt x="4231" y="2133"/>
                  </a:lnTo>
                  <a:lnTo>
                    <a:pt x="2114" y="4232"/>
                  </a:lnTo>
                  <a:lnTo>
                    <a:pt x="1057" y="3165"/>
                  </a:lnTo>
                  <a:close/>
                </a:path>
              </a:pathLst>
            </a:custGeom>
            <a:noFill/>
            <a:ln cap="rnd" w="28800">
              <a:solidFill>
                <a:srgbClr val="F8B622"/>
              </a:solidFill>
              <a:round/>
            </a:ln>
          </p:spPr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1800000" y="1710000"/>
            <a:ext cx="4320000" cy="108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 fontScale="77500" lnSpcReduction="19999"/>
          </a:bodyPr>
          <a:lstStyle>
            <a:lvl1pPr indent="0" algn="ctr">
              <a:buNone/>
              <a:defRPr lang="ru-RU" sz="4800" b="1" u="none" strike="noStrike">
                <a:solidFill>
                  <a:srgbClr val="E54B8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800" b="1" u="none" strike="noStrike">
                <a:solidFill>
                  <a:srgbClr val="E54B89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800" b="1" u="none" strike="noStrike">
              <a:solidFill>
                <a:srgbClr val="E54B89"/>
              </a:solidFill>
              <a:effectLst/>
              <a:uFillTx/>
              <a:latin typeface="Noto Sans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1800000" y="2880000"/>
            <a:ext cx="6012000" cy="2340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is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"/>
          <p:cNvGrpSpPr/>
          <p:nvPr/>
        </p:nvGrpSpPr>
        <p:grpSpPr>
          <a:xfrm>
            <a:off x="2416320" y="216000"/>
            <a:ext cx="5248440" cy="80280"/>
            <a:chOff x="2416320" y="216000"/>
            <a:chExt cx="5248440" cy="80280"/>
          </a:xfrm>
        </p:grpSpPr>
        <p:sp>
          <p:nvSpPr>
            <p:cNvPr id="231" name=""/>
            <p:cNvSpPr/>
            <p:nvPr/>
          </p:nvSpPr>
          <p:spPr>
            <a:xfrm>
              <a:off x="2416320" y="25596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2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3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4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5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6" name=""/>
            <p:cNvSpPr/>
            <p:nvPr/>
          </p:nvSpPr>
          <p:spPr>
            <a:xfrm>
              <a:off x="5330160" y="25596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</p:grpSp>
      <p:grpSp>
        <p:nvGrpSpPr>
          <p:cNvPr id="237" name=""/>
          <p:cNvGrpSpPr/>
          <p:nvPr/>
        </p:nvGrpSpPr>
        <p:grpSpPr>
          <a:xfrm>
            <a:off x="2416320" y="5446080"/>
            <a:ext cx="5248440" cy="80280"/>
            <a:chOff x="2416320" y="5446080"/>
            <a:chExt cx="5248440" cy="80280"/>
          </a:xfrm>
        </p:grpSpPr>
        <p:sp>
          <p:nvSpPr>
            <p:cNvPr id="238" name=""/>
            <p:cNvSpPr/>
            <p:nvPr/>
          </p:nvSpPr>
          <p:spPr>
            <a:xfrm>
              <a:off x="2416320" y="5486400"/>
              <a:ext cx="2334600" cy="0"/>
            </a:xfrm>
            <a:prstGeom prst="line">
              <a:avLst/>
            </a:prstGeom>
            <a:ln cap="rnd" w="28800">
              <a:solidFill>
                <a:srgbClr val="F8B62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8B622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39" name=""/>
            <p:cNvSpPr/>
            <p:nvPr/>
          </p:nvSpPr>
          <p:spPr>
            <a:xfrm>
              <a:off x="4710960" y="544608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0" name=""/>
            <p:cNvSpPr/>
            <p:nvPr/>
          </p:nvSpPr>
          <p:spPr>
            <a:xfrm>
              <a:off x="4902120" y="544608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1" name=""/>
            <p:cNvSpPr/>
            <p:nvPr/>
          </p:nvSpPr>
          <p:spPr>
            <a:xfrm>
              <a:off x="5098320" y="544608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2" name=""/>
            <p:cNvSpPr/>
            <p:nvPr/>
          </p:nvSpPr>
          <p:spPr>
            <a:xfrm>
              <a:off x="5289840" y="544608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43" name=""/>
            <p:cNvSpPr/>
            <p:nvPr/>
          </p:nvSpPr>
          <p:spPr>
            <a:xfrm>
              <a:off x="5330160" y="5486400"/>
              <a:ext cx="2334600" cy="0"/>
            </a:xfrm>
            <a:prstGeom prst="line">
              <a:avLst/>
            </a:prstGeom>
            <a:ln cap="rnd" w="28800">
              <a:solidFill>
                <a:srgbClr val="7F59A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7F59AE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44" name=""/>
          <p:cNvSpPr/>
          <p:nvPr/>
        </p:nvSpPr>
        <p:spPr>
          <a:xfrm>
            <a:off x="7269840" y="1080"/>
            <a:ext cx="2810160" cy="5669280"/>
          </a:xfrm>
          <a:custGeom>
            <a:avLst/>
            <a:gdLst/>
            <a:ahLst/>
            <a:rect l="0" t="0" r="r" b="b"/>
            <a:pathLst>
              <a:path w="7806" h="15748">
                <a:moveTo>
                  <a:pt x="7806" y="0"/>
                </a:moveTo>
                <a:cubicBezTo>
                  <a:pt x="3495" y="0"/>
                  <a:pt x="0" y="3495"/>
                  <a:pt x="0" y="7805"/>
                </a:cubicBezTo>
                <a:cubicBezTo>
                  <a:pt x="0" y="12115"/>
                  <a:pt x="3495" y="15748"/>
                  <a:pt x="7806" y="15748"/>
                </a:cubicBezTo>
                <a:cubicBezTo>
                  <a:pt x="7806" y="10499"/>
                  <a:pt x="7806" y="5249"/>
                  <a:pt x="7806" y="0"/>
                </a:cubicBezTo>
                <a:close/>
              </a:path>
            </a:pathLst>
          </a:custGeom>
          <a:solidFill>
            <a:srgbClr val="60C4E4"/>
          </a:solidFill>
          <a:ln w="0">
            <a:noFill/>
          </a:ln>
        </p:spPr>
        <p:txBody>
          <a:bodyPr lIns="0" tIns="0" rIns="0" bIns="0" anchor="ctr" anchorCtr="1">
            <a:noAutofit/>
          </a:bodyPr>
          <a:p>
            <a:endParaRPr lang="ru-RU" sz="1400" b="1" u="none" strike="noStrike">
              <a:solidFill>
                <a:srgbClr val="FFFFFF"/>
              </a:solidFill>
              <a:effectLst/>
              <a:uFillTx/>
              <a:latin typeface="Noto Sans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3600" b="1" u="none" strike="noStrike">
                <a:solidFill>
                  <a:srgbClr val="60C4E4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3600" b="1" u="none" strike="noStrike">
                <a:solidFill>
                  <a:srgbClr val="60C4E4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3600" b="1" u="none" strike="noStrike">
              <a:solidFill>
                <a:srgbClr val="60C4E4"/>
              </a:solidFill>
              <a:effectLst/>
              <a:uFillTx/>
              <a:latin typeface="Noto Sans"/>
            </a:endParaRPr>
          </a:p>
        </p:txBody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dt" idx="30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8" name="PlaceHolder 4"/>
          <p:cNvSpPr>
            <a:spLocks noGrp="1"/>
          </p:cNvSpPr>
          <p:nvPr>
            <p:ph type="ftr" idx="31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49" name="PlaceHolder 5"/>
          <p:cNvSpPr>
            <a:spLocks noGrp="1"/>
          </p:cNvSpPr>
          <p:nvPr>
            <p:ph type="sldNum" idx="32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8C6D6BBA-A688-4C5D-B7E7-07743F19223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tings"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"/>
          <p:cNvGrpSpPr/>
          <p:nvPr/>
        </p:nvGrpSpPr>
        <p:grpSpPr>
          <a:xfrm>
            <a:off x="4710960" y="216000"/>
            <a:ext cx="659160" cy="80280"/>
            <a:chOff x="4710960" y="216000"/>
            <a:chExt cx="659160" cy="80280"/>
          </a:xfrm>
        </p:grpSpPr>
        <p:sp>
          <p:nvSpPr>
            <p:cNvPr id="251" name=""/>
            <p:cNvSpPr/>
            <p:nvPr/>
          </p:nvSpPr>
          <p:spPr>
            <a:xfrm>
              <a:off x="4710960" y="216000"/>
              <a:ext cx="80280" cy="80280"/>
            </a:xfrm>
            <a:prstGeom prst="ellipse">
              <a:avLst/>
            </a:prstGeom>
            <a:solidFill>
              <a:srgbClr val="7F59A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2" name=""/>
            <p:cNvSpPr/>
            <p:nvPr/>
          </p:nvSpPr>
          <p:spPr>
            <a:xfrm>
              <a:off x="4902120" y="216000"/>
              <a:ext cx="80280" cy="80280"/>
            </a:xfrm>
            <a:prstGeom prst="ellipse">
              <a:avLst/>
            </a:prstGeom>
            <a:solidFill>
              <a:srgbClr val="60C4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3" name=""/>
            <p:cNvSpPr/>
            <p:nvPr/>
          </p:nvSpPr>
          <p:spPr>
            <a:xfrm>
              <a:off x="5098320" y="216000"/>
              <a:ext cx="80280" cy="80280"/>
            </a:xfrm>
            <a:prstGeom prst="ellipse">
              <a:avLst/>
            </a:prstGeom>
            <a:solidFill>
              <a:srgbClr val="E54B8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FFFFFF"/>
                </a:solidFill>
                <a:effectLst/>
                <a:uFillTx/>
                <a:latin typeface="Noto Sans"/>
              </a:endParaRPr>
            </a:p>
          </p:txBody>
        </p:sp>
        <p:sp>
          <p:nvSpPr>
            <p:cNvPr id="254" name=""/>
            <p:cNvSpPr/>
            <p:nvPr/>
          </p:nvSpPr>
          <p:spPr>
            <a:xfrm>
              <a:off x="5289840" y="216000"/>
              <a:ext cx="80280" cy="80280"/>
            </a:xfrm>
            <a:prstGeom prst="ellipse">
              <a:avLst/>
            </a:prstGeom>
            <a:solidFill>
              <a:srgbClr val="F8B62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ctr" anchorCtr="1">
              <a:noAutofit/>
            </a:bodyPr>
            <a:p>
              <a:endParaRPr lang="ru-RU" sz="1400" b="1" u="none" strike="noStrike">
                <a:solidFill>
                  <a:srgbClr val="000000"/>
                </a:solidFill>
                <a:effectLst/>
                <a:uFillTx/>
                <a:latin typeface="Noto Sans"/>
              </a:endParaRPr>
            </a:p>
          </p:txBody>
        </p:sp>
      </p:grp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>
            <a:lvl1pPr indent="0" algn="ctr">
              <a:buNone/>
              <a:defRPr lang="ru-RU" sz="4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title text format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7pPr>
          </a:lstStyle>
          <a:p>
            <a:pPr marL="432000" indent="-324000" algn="l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8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Second Outline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Third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dt" idx="33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&lt;date/time&gt;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ftr" idx="34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 type="sldNum" idx="35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buNone/>
            </a:pPr>
            <a:fld id="{69A1E122-9752-4F28-9DD5-61B57665E97F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Noto Sans"/>
              </a:rPr>
              <a:t>&lt;number&gt;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Noto Sans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810000" y="900000"/>
            <a:ext cx="8460000" cy="115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t>Company Presentation 2026</a:t>
            </a: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810000" y="2160000"/>
            <a:ext cx="8460000" cy="79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p>
            <a:r>
              <a:t>Subtitle goes here · Speaker Name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Candy</Template>
  <TotalTime>0</TotalTime>
  <Application>LibreOffice/26.2.5.2$MacOSX_AARCH64 LibreOffice_project/cd7284b4cbbfeb507e630c1aac019f4157393acb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2026-09-27T15:01:10Z</dcterms:created>
  <dc:creator/>
  <dc:description>
               Candy - LibreOffice Impress Template
by Ermin D. Alita, Annisa Aulia Rasyidah, Laila Muhdi, Cahyaning Asih, and @li_Orch
This template is made as an answer to Indonesian LibreOffice Community and
Gimpscape ID's call-to-arms to contribute to the 10th anniversary of
LibreOffice celebration.
This work is licensed under the Creative Commons Attribution-ShareAlike 4.0 International License
by Ermin D. Alita, Annisa Aulia Rasyidah, Laila Muhdi, Cahyaning Asih, and @li_Orch.
To view a copy of this license, visit https://creativecommons.org/licenses/by-sa/4.0/legalcode
or send a letter to Creative Commons,
PO Box 1866, Mountain View, CA 94042, USA.
Credit: @lken__ @menddelingding_ @ealita.id @li_orch @cahyaning_asih
Bidadari Gimpscape
Slide 8: Illustration by Falia Vicky
Slide 9: Illustration by Muhammad Aria
    </dc:description>
  <dc:language>ru-RU</dc:language>
  <cp:lastModifiedBy/>
  <cp:revision>1</cp:revision>
  <dc:subject/>
  <dc:title>Candy</dc:title>
</cp:coreProperties>
</file>