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68375-491D-4EF9-B5CC-A102D0D394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91D32-572F-47E2-9CC6-2066F38D16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3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1D79DF0-EF9E-4312-B50C-05C6F4E4CCD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1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8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ru-RU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73F7360-3B7F-443C-A89D-5034D96DE13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DF9A80C-A79C-4042-AED8-BAA9C65D747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211B5F3-DDDB-4EB2-A311-BFFA1EB6E39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0B9D0BD-4ACC-468E-8DE6-CF9226863A2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E8DE8FF-A4A2-4AF6-AD07-CBD35E44100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2093034-B87D-4E11-A2E9-E1318766EB1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7922970-6EF0-4F5E-AA64-76E8504995D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9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ru-RU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ru-RU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ru-RU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ru-RU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4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45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5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tIns="63360" rIns="108360" bIns="6336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E452A33-EEC0-4744-B98E-31EDF0688DB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5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5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1AB2F91-2204-4461-A4E9-126E125AEFF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98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9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F5218FE-F77B-4BF8-B879-F7FD4A2DE73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3EF50DB4-C946-4053-8173-4FA63E46A6B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r">
              <a:buNone/>
              <a:def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ru-RU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983813B-49A9-4FE8-94FE-DBE94E63CBA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r>
              <a:t>Company Presentation 2026</a:t>
            </a: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p>
            <a:r>
              <a:t>Subtitle goes here · Speaker Name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15C58AB-E2DC-4673-9D06-CCEEA6D43C99}" type="datetime1">
              <a:rPr lang="ru-RU"/>
              <a:t>27.09.26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2</a:t>
            </a: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3</a:t>
            </a: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1260360" y="2832120"/>
            <a:ext cx="593640" cy="624600"/>
          </a:xfrm>
          <a:custGeom>
            <a:avLst/>
            <a:gdLst/>
            <a:ahLst/>
            <a:rect l="0" t="0" r="r" b="b"/>
            <a:pathLst>
              <a:path w="1649" h="1735">
                <a:moveTo>
                  <a:pt x="392" y="780"/>
                </a:moveTo>
                <a:lnTo>
                  <a:pt x="217" y="780"/>
                </a:lnTo>
                <a:lnTo>
                  <a:pt x="217" y="1386"/>
                </a:lnTo>
                <a:lnTo>
                  <a:pt x="392" y="1386"/>
                </a:lnTo>
                <a:lnTo>
                  <a:pt x="392" y="780"/>
                </a:lnTo>
                <a:moveTo>
                  <a:pt x="912" y="780"/>
                </a:moveTo>
                <a:lnTo>
                  <a:pt x="737" y="780"/>
                </a:lnTo>
                <a:lnTo>
                  <a:pt x="737" y="1386"/>
                </a:lnTo>
                <a:lnTo>
                  <a:pt x="912" y="1386"/>
                </a:lnTo>
                <a:lnTo>
                  <a:pt x="912" y="780"/>
                </a:lnTo>
                <a:moveTo>
                  <a:pt x="1649" y="1561"/>
                </a:moveTo>
                <a:lnTo>
                  <a:pt x="0" y="1561"/>
                </a:lnTo>
                <a:lnTo>
                  <a:pt x="0" y="1735"/>
                </a:lnTo>
                <a:lnTo>
                  <a:pt x="1649" y="1735"/>
                </a:lnTo>
                <a:lnTo>
                  <a:pt x="1649" y="1561"/>
                </a:lnTo>
                <a:moveTo>
                  <a:pt x="1432" y="780"/>
                </a:moveTo>
                <a:lnTo>
                  <a:pt x="1257" y="780"/>
                </a:lnTo>
                <a:lnTo>
                  <a:pt x="1257" y="1386"/>
                </a:lnTo>
                <a:lnTo>
                  <a:pt x="1432" y="1386"/>
                </a:lnTo>
                <a:lnTo>
                  <a:pt x="1432" y="780"/>
                </a:lnTo>
                <a:moveTo>
                  <a:pt x="1274" y="435"/>
                </a:moveTo>
                <a:lnTo>
                  <a:pt x="372" y="435"/>
                </a:lnTo>
                <a:lnTo>
                  <a:pt x="826" y="194"/>
                </a:lnTo>
                <a:lnTo>
                  <a:pt x="1274" y="435"/>
                </a:lnTo>
                <a:moveTo>
                  <a:pt x="826" y="0"/>
                </a:moveTo>
                <a:lnTo>
                  <a:pt x="0" y="435"/>
                </a:lnTo>
                <a:lnTo>
                  <a:pt x="0" y="606"/>
                </a:lnTo>
                <a:lnTo>
                  <a:pt x="1649" y="606"/>
                </a:lnTo>
                <a:lnTo>
                  <a:pt x="1649" y="435"/>
                </a:lnTo>
                <a:lnTo>
                  <a:pt x="8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"/>
          <p:cNvSpPr/>
          <p:nvPr/>
        </p:nvSpPr>
        <p:spPr>
          <a:xfrm>
            <a:off x="4948560" y="2044080"/>
            <a:ext cx="780480" cy="559800"/>
          </a:xfrm>
          <a:custGeom>
            <a:avLst/>
            <a:gdLst/>
            <a:ahLst/>
            <a:rect l="0" t="0" r="r" b="b"/>
            <a:pathLst>
              <a:path w="2168" h="1555">
                <a:moveTo>
                  <a:pt x="1159" y="457"/>
                </a:moveTo>
                <a:lnTo>
                  <a:pt x="104" y="457"/>
                </a:lnTo>
                <a:cubicBezTo>
                  <a:pt x="48" y="457"/>
                  <a:pt x="0" y="509"/>
                  <a:pt x="0" y="574"/>
                </a:cubicBezTo>
                <a:cubicBezTo>
                  <a:pt x="0" y="635"/>
                  <a:pt x="48" y="687"/>
                  <a:pt x="104" y="687"/>
                </a:cubicBezTo>
                <a:lnTo>
                  <a:pt x="1159" y="687"/>
                </a:lnTo>
                <a:cubicBezTo>
                  <a:pt x="1219" y="687"/>
                  <a:pt x="1267" y="635"/>
                  <a:pt x="1267" y="574"/>
                </a:cubicBezTo>
                <a:cubicBezTo>
                  <a:pt x="1267" y="509"/>
                  <a:pt x="1219" y="457"/>
                  <a:pt x="1159" y="457"/>
                </a:cubicBezTo>
                <a:moveTo>
                  <a:pt x="1159" y="0"/>
                </a:moveTo>
                <a:lnTo>
                  <a:pt x="104" y="0"/>
                </a:lnTo>
                <a:cubicBezTo>
                  <a:pt x="48" y="0"/>
                  <a:pt x="0" y="48"/>
                  <a:pt x="0" y="113"/>
                </a:cubicBezTo>
                <a:cubicBezTo>
                  <a:pt x="0" y="178"/>
                  <a:pt x="48" y="226"/>
                  <a:pt x="104" y="226"/>
                </a:cubicBezTo>
                <a:lnTo>
                  <a:pt x="1159" y="226"/>
                </a:lnTo>
                <a:cubicBezTo>
                  <a:pt x="1219" y="226"/>
                  <a:pt x="1267" y="178"/>
                  <a:pt x="1267" y="113"/>
                </a:cubicBezTo>
                <a:cubicBezTo>
                  <a:pt x="1267" y="48"/>
                  <a:pt x="1219" y="0"/>
                  <a:pt x="1159" y="0"/>
                </a:cubicBezTo>
                <a:moveTo>
                  <a:pt x="104" y="1148"/>
                </a:moveTo>
                <a:lnTo>
                  <a:pt x="739" y="1148"/>
                </a:lnTo>
                <a:cubicBezTo>
                  <a:pt x="795" y="1148"/>
                  <a:pt x="843" y="1092"/>
                  <a:pt x="843" y="1031"/>
                </a:cubicBezTo>
                <a:cubicBezTo>
                  <a:pt x="843" y="966"/>
                  <a:pt x="795" y="918"/>
                  <a:pt x="739" y="918"/>
                </a:cubicBezTo>
                <a:lnTo>
                  <a:pt x="104" y="918"/>
                </a:lnTo>
                <a:cubicBezTo>
                  <a:pt x="48" y="918"/>
                  <a:pt x="0" y="966"/>
                  <a:pt x="0" y="1031"/>
                </a:cubicBezTo>
                <a:cubicBezTo>
                  <a:pt x="0" y="1092"/>
                  <a:pt x="48" y="1148"/>
                  <a:pt x="104" y="1148"/>
                </a:cubicBezTo>
                <a:moveTo>
                  <a:pt x="2138" y="722"/>
                </a:moveTo>
                <a:cubicBezTo>
                  <a:pt x="2178" y="765"/>
                  <a:pt x="2178" y="839"/>
                  <a:pt x="2138" y="883"/>
                </a:cubicBezTo>
                <a:lnTo>
                  <a:pt x="1551" y="1522"/>
                </a:lnTo>
                <a:cubicBezTo>
                  <a:pt x="1507" y="1566"/>
                  <a:pt x="1443" y="1566"/>
                  <a:pt x="1399" y="1522"/>
                </a:cubicBezTo>
                <a:lnTo>
                  <a:pt x="1079" y="1170"/>
                </a:lnTo>
                <a:cubicBezTo>
                  <a:pt x="1039" y="1126"/>
                  <a:pt x="1039" y="1052"/>
                  <a:pt x="1079" y="1009"/>
                </a:cubicBezTo>
                <a:lnTo>
                  <a:pt x="1087" y="1000"/>
                </a:lnTo>
                <a:cubicBezTo>
                  <a:pt x="1127" y="952"/>
                  <a:pt x="1195" y="952"/>
                  <a:pt x="1235" y="1000"/>
                </a:cubicBezTo>
                <a:lnTo>
                  <a:pt x="1475" y="1261"/>
                </a:lnTo>
                <a:lnTo>
                  <a:pt x="1978" y="713"/>
                </a:lnTo>
                <a:cubicBezTo>
                  <a:pt x="2018" y="665"/>
                  <a:pt x="2086" y="665"/>
                  <a:pt x="2130" y="713"/>
                </a:cubicBezTo>
                <a:lnTo>
                  <a:pt x="2138" y="7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25" name=""/>
          <p:cNvGrpSpPr/>
          <p:nvPr/>
        </p:nvGrpSpPr>
        <p:grpSpPr>
          <a:xfrm>
            <a:off x="6901200" y="3502440"/>
            <a:ext cx="890280" cy="816480"/>
            <a:chOff x="6901200" y="3502440"/>
            <a:chExt cx="890280" cy="816480"/>
          </a:xfrm>
        </p:grpSpPr>
        <p:sp>
          <p:nvSpPr>
            <p:cNvPr id="226" name=""/>
            <p:cNvSpPr/>
            <p:nvPr/>
          </p:nvSpPr>
          <p:spPr>
            <a:xfrm>
              <a:off x="6901200" y="350244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675"/>
                  </a:moveTo>
                  <a:lnTo>
                    <a:pt x="1034" y="664"/>
                  </a:lnTo>
                  <a:lnTo>
                    <a:pt x="348" y="664"/>
                  </a:lnTo>
                  <a:lnTo>
                    <a:pt x="407" y="405"/>
                  </a:lnTo>
                  <a:lnTo>
                    <a:pt x="207" y="588"/>
                  </a:lnTo>
                  <a:lnTo>
                    <a:pt x="207" y="1137"/>
                  </a:lnTo>
                  <a:lnTo>
                    <a:pt x="818" y="1137"/>
                  </a:lnTo>
                  <a:lnTo>
                    <a:pt x="1034" y="675"/>
                  </a:lnTo>
                  <a:moveTo>
                    <a:pt x="1139" y="474"/>
                  </a:moveTo>
                  <a:lnTo>
                    <a:pt x="1147" y="474"/>
                  </a:lnTo>
                  <a:lnTo>
                    <a:pt x="1159" y="474"/>
                  </a:lnTo>
                  <a:lnTo>
                    <a:pt x="1167" y="477"/>
                  </a:lnTo>
                  <a:lnTo>
                    <a:pt x="1178" y="481"/>
                  </a:lnTo>
                  <a:lnTo>
                    <a:pt x="1186" y="484"/>
                  </a:lnTo>
                  <a:lnTo>
                    <a:pt x="1194" y="488"/>
                  </a:lnTo>
                  <a:lnTo>
                    <a:pt x="1202" y="495"/>
                  </a:lnTo>
                  <a:lnTo>
                    <a:pt x="1210" y="502"/>
                  </a:lnTo>
                  <a:lnTo>
                    <a:pt x="1214" y="510"/>
                  </a:lnTo>
                  <a:lnTo>
                    <a:pt x="1221" y="517"/>
                  </a:lnTo>
                  <a:lnTo>
                    <a:pt x="1225" y="524"/>
                  </a:lnTo>
                  <a:lnTo>
                    <a:pt x="1229" y="531"/>
                  </a:lnTo>
                  <a:lnTo>
                    <a:pt x="1233" y="542"/>
                  </a:lnTo>
                  <a:lnTo>
                    <a:pt x="1237" y="549"/>
                  </a:lnTo>
                  <a:lnTo>
                    <a:pt x="1237" y="560"/>
                  </a:lnTo>
                  <a:lnTo>
                    <a:pt x="1241" y="571"/>
                  </a:lnTo>
                  <a:lnTo>
                    <a:pt x="1241" y="689"/>
                  </a:lnTo>
                  <a:lnTo>
                    <a:pt x="1237" y="696"/>
                  </a:lnTo>
                  <a:lnTo>
                    <a:pt x="1237" y="700"/>
                  </a:lnTo>
                  <a:lnTo>
                    <a:pt x="1237" y="707"/>
                  </a:lnTo>
                  <a:lnTo>
                    <a:pt x="1237" y="714"/>
                  </a:lnTo>
                  <a:lnTo>
                    <a:pt x="1233" y="721"/>
                  </a:lnTo>
                  <a:lnTo>
                    <a:pt x="1233" y="728"/>
                  </a:lnTo>
                  <a:lnTo>
                    <a:pt x="1229" y="732"/>
                  </a:lnTo>
                  <a:lnTo>
                    <a:pt x="1229" y="739"/>
                  </a:lnTo>
                  <a:lnTo>
                    <a:pt x="994" y="1238"/>
                  </a:lnTo>
                  <a:lnTo>
                    <a:pt x="987" y="1249"/>
                  </a:lnTo>
                  <a:lnTo>
                    <a:pt x="983" y="1259"/>
                  </a:lnTo>
                  <a:lnTo>
                    <a:pt x="975" y="1267"/>
                  </a:lnTo>
                  <a:lnTo>
                    <a:pt x="971" y="1274"/>
                  </a:lnTo>
                  <a:lnTo>
                    <a:pt x="963" y="1281"/>
                  </a:lnTo>
                  <a:lnTo>
                    <a:pt x="955" y="1288"/>
                  </a:lnTo>
                  <a:lnTo>
                    <a:pt x="947" y="1295"/>
                  </a:lnTo>
                  <a:lnTo>
                    <a:pt x="936" y="1302"/>
                  </a:lnTo>
                  <a:lnTo>
                    <a:pt x="928" y="1306"/>
                  </a:lnTo>
                  <a:lnTo>
                    <a:pt x="916" y="1313"/>
                  </a:lnTo>
                  <a:lnTo>
                    <a:pt x="908" y="1317"/>
                  </a:lnTo>
                  <a:lnTo>
                    <a:pt x="896" y="1320"/>
                  </a:lnTo>
                  <a:lnTo>
                    <a:pt x="885" y="1320"/>
                  </a:lnTo>
                  <a:lnTo>
                    <a:pt x="877" y="1324"/>
                  </a:lnTo>
                  <a:lnTo>
                    <a:pt x="865" y="1324"/>
                  </a:lnTo>
                  <a:lnTo>
                    <a:pt x="853" y="1324"/>
                  </a:lnTo>
                  <a:lnTo>
                    <a:pt x="157" y="1324"/>
                  </a:lnTo>
                  <a:lnTo>
                    <a:pt x="141" y="1324"/>
                  </a:lnTo>
                  <a:lnTo>
                    <a:pt x="125" y="1324"/>
                  </a:lnTo>
                  <a:lnTo>
                    <a:pt x="110" y="1320"/>
                  </a:lnTo>
                  <a:lnTo>
                    <a:pt x="94" y="1313"/>
                  </a:lnTo>
                  <a:lnTo>
                    <a:pt x="82" y="1310"/>
                  </a:lnTo>
                  <a:lnTo>
                    <a:pt x="70" y="1302"/>
                  </a:lnTo>
                  <a:lnTo>
                    <a:pt x="59" y="1292"/>
                  </a:lnTo>
                  <a:lnTo>
                    <a:pt x="47" y="1285"/>
                  </a:lnTo>
                  <a:lnTo>
                    <a:pt x="35" y="1274"/>
                  </a:lnTo>
                  <a:lnTo>
                    <a:pt x="27" y="1263"/>
                  </a:lnTo>
                  <a:lnTo>
                    <a:pt x="20" y="1249"/>
                  </a:lnTo>
                  <a:lnTo>
                    <a:pt x="12" y="1238"/>
                  </a:lnTo>
                  <a:lnTo>
                    <a:pt x="8" y="1224"/>
                  </a:lnTo>
                  <a:lnTo>
                    <a:pt x="4" y="1213"/>
                  </a:lnTo>
                  <a:lnTo>
                    <a:pt x="0" y="1198"/>
                  </a:lnTo>
                  <a:lnTo>
                    <a:pt x="0" y="1184"/>
                  </a:lnTo>
                  <a:lnTo>
                    <a:pt x="0" y="571"/>
                  </a:lnTo>
                  <a:lnTo>
                    <a:pt x="0" y="563"/>
                  </a:lnTo>
                  <a:lnTo>
                    <a:pt x="0" y="556"/>
                  </a:lnTo>
                  <a:lnTo>
                    <a:pt x="4" y="549"/>
                  </a:lnTo>
                  <a:lnTo>
                    <a:pt x="4" y="542"/>
                  </a:lnTo>
                  <a:lnTo>
                    <a:pt x="4" y="535"/>
                  </a:lnTo>
                  <a:lnTo>
                    <a:pt x="8" y="527"/>
                  </a:lnTo>
                  <a:lnTo>
                    <a:pt x="12" y="513"/>
                  </a:lnTo>
                  <a:lnTo>
                    <a:pt x="20" y="502"/>
                  </a:lnTo>
                  <a:lnTo>
                    <a:pt x="27" y="492"/>
                  </a:lnTo>
                  <a:lnTo>
                    <a:pt x="35" y="481"/>
                  </a:lnTo>
                  <a:lnTo>
                    <a:pt x="47" y="470"/>
                  </a:lnTo>
                  <a:lnTo>
                    <a:pt x="556" y="0"/>
                  </a:lnTo>
                  <a:lnTo>
                    <a:pt x="638" y="75"/>
                  </a:lnTo>
                  <a:lnTo>
                    <a:pt x="646" y="83"/>
                  </a:lnTo>
                  <a:lnTo>
                    <a:pt x="650" y="93"/>
                  </a:lnTo>
                  <a:lnTo>
                    <a:pt x="658" y="100"/>
                  </a:lnTo>
                  <a:lnTo>
                    <a:pt x="662" y="111"/>
                  </a:lnTo>
                  <a:lnTo>
                    <a:pt x="666" y="118"/>
                  </a:lnTo>
                  <a:lnTo>
                    <a:pt x="669" y="126"/>
                  </a:lnTo>
                  <a:lnTo>
                    <a:pt x="669" y="129"/>
                  </a:lnTo>
                  <a:lnTo>
                    <a:pt x="669" y="136"/>
                  </a:lnTo>
                  <a:lnTo>
                    <a:pt x="673" y="140"/>
                  </a:lnTo>
                  <a:lnTo>
                    <a:pt x="673" y="144"/>
                  </a:lnTo>
                  <a:lnTo>
                    <a:pt x="673" y="151"/>
                  </a:lnTo>
                  <a:lnTo>
                    <a:pt x="669" y="172"/>
                  </a:lnTo>
                  <a:lnTo>
                    <a:pt x="603" y="474"/>
                  </a:lnTo>
                  <a:lnTo>
                    <a:pt x="1139" y="4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7344720" y="384228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739"/>
                  </a:moveTo>
                  <a:lnTo>
                    <a:pt x="1034" y="190"/>
                  </a:lnTo>
                  <a:lnTo>
                    <a:pt x="423" y="190"/>
                  </a:lnTo>
                  <a:lnTo>
                    <a:pt x="207" y="653"/>
                  </a:lnTo>
                  <a:lnTo>
                    <a:pt x="207" y="664"/>
                  </a:lnTo>
                  <a:lnTo>
                    <a:pt x="893" y="664"/>
                  </a:lnTo>
                  <a:lnTo>
                    <a:pt x="834" y="922"/>
                  </a:lnTo>
                  <a:lnTo>
                    <a:pt x="1034" y="739"/>
                  </a:lnTo>
                  <a:moveTo>
                    <a:pt x="1084" y="0"/>
                  </a:moveTo>
                  <a:lnTo>
                    <a:pt x="1100" y="0"/>
                  </a:lnTo>
                  <a:lnTo>
                    <a:pt x="1116" y="4"/>
                  </a:lnTo>
                  <a:lnTo>
                    <a:pt x="1127" y="7"/>
                  </a:lnTo>
                  <a:lnTo>
                    <a:pt x="1143" y="11"/>
                  </a:lnTo>
                  <a:lnTo>
                    <a:pt x="1159" y="18"/>
                  </a:lnTo>
                  <a:lnTo>
                    <a:pt x="1171" y="25"/>
                  </a:lnTo>
                  <a:lnTo>
                    <a:pt x="1182" y="32"/>
                  </a:lnTo>
                  <a:lnTo>
                    <a:pt x="1194" y="43"/>
                  </a:lnTo>
                  <a:lnTo>
                    <a:pt x="1202" y="54"/>
                  </a:lnTo>
                  <a:lnTo>
                    <a:pt x="1214" y="65"/>
                  </a:lnTo>
                  <a:lnTo>
                    <a:pt x="1221" y="75"/>
                  </a:lnTo>
                  <a:lnTo>
                    <a:pt x="1225" y="86"/>
                  </a:lnTo>
                  <a:lnTo>
                    <a:pt x="1233" y="100"/>
                  </a:lnTo>
                  <a:lnTo>
                    <a:pt x="1237" y="115"/>
                  </a:lnTo>
                  <a:lnTo>
                    <a:pt x="1237" y="129"/>
                  </a:lnTo>
                  <a:lnTo>
                    <a:pt x="1241" y="144"/>
                  </a:lnTo>
                  <a:lnTo>
                    <a:pt x="1241" y="757"/>
                  </a:lnTo>
                  <a:lnTo>
                    <a:pt x="1237" y="764"/>
                  </a:lnTo>
                  <a:lnTo>
                    <a:pt x="1237" y="771"/>
                  </a:lnTo>
                  <a:lnTo>
                    <a:pt x="1237" y="779"/>
                  </a:lnTo>
                  <a:lnTo>
                    <a:pt x="1237" y="786"/>
                  </a:lnTo>
                  <a:lnTo>
                    <a:pt x="1233" y="793"/>
                  </a:lnTo>
                  <a:lnTo>
                    <a:pt x="1233" y="800"/>
                  </a:lnTo>
                  <a:lnTo>
                    <a:pt x="1225" y="811"/>
                  </a:lnTo>
                  <a:lnTo>
                    <a:pt x="1218" y="825"/>
                  </a:lnTo>
                  <a:lnTo>
                    <a:pt x="1210" y="836"/>
                  </a:lnTo>
                  <a:lnTo>
                    <a:pt x="1202" y="847"/>
                  </a:lnTo>
                  <a:lnTo>
                    <a:pt x="1194" y="858"/>
                  </a:lnTo>
                  <a:lnTo>
                    <a:pt x="685" y="1324"/>
                  </a:lnTo>
                  <a:lnTo>
                    <a:pt x="603" y="1249"/>
                  </a:lnTo>
                  <a:lnTo>
                    <a:pt x="595" y="1241"/>
                  </a:lnTo>
                  <a:lnTo>
                    <a:pt x="587" y="1234"/>
                  </a:lnTo>
                  <a:lnTo>
                    <a:pt x="583" y="1227"/>
                  </a:lnTo>
                  <a:lnTo>
                    <a:pt x="575" y="1216"/>
                  </a:lnTo>
                  <a:lnTo>
                    <a:pt x="572" y="1206"/>
                  </a:lnTo>
                  <a:lnTo>
                    <a:pt x="568" y="1195"/>
                  </a:lnTo>
                  <a:lnTo>
                    <a:pt x="568" y="1191"/>
                  </a:lnTo>
                  <a:lnTo>
                    <a:pt x="568" y="1184"/>
                  </a:lnTo>
                  <a:lnTo>
                    <a:pt x="568" y="1180"/>
                  </a:lnTo>
                  <a:lnTo>
                    <a:pt x="568" y="1177"/>
                  </a:lnTo>
                  <a:lnTo>
                    <a:pt x="572" y="1155"/>
                  </a:lnTo>
                  <a:lnTo>
                    <a:pt x="638" y="854"/>
                  </a:lnTo>
                  <a:lnTo>
                    <a:pt x="102" y="854"/>
                  </a:lnTo>
                  <a:lnTo>
                    <a:pt x="90" y="854"/>
                  </a:lnTo>
                  <a:lnTo>
                    <a:pt x="82" y="850"/>
                  </a:lnTo>
                  <a:lnTo>
                    <a:pt x="70" y="847"/>
                  </a:lnTo>
                  <a:lnTo>
                    <a:pt x="63" y="847"/>
                  </a:lnTo>
                  <a:lnTo>
                    <a:pt x="55" y="840"/>
                  </a:lnTo>
                  <a:lnTo>
                    <a:pt x="47" y="836"/>
                  </a:lnTo>
                  <a:lnTo>
                    <a:pt x="39" y="832"/>
                  </a:lnTo>
                  <a:lnTo>
                    <a:pt x="31" y="825"/>
                  </a:lnTo>
                  <a:lnTo>
                    <a:pt x="23" y="818"/>
                  </a:lnTo>
                  <a:lnTo>
                    <a:pt x="20" y="811"/>
                  </a:lnTo>
                  <a:lnTo>
                    <a:pt x="12" y="804"/>
                  </a:lnTo>
                  <a:lnTo>
                    <a:pt x="8" y="793"/>
                  </a:lnTo>
                  <a:lnTo>
                    <a:pt x="4" y="786"/>
                  </a:lnTo>
                  <a:lnTo>
                    <a:pt x="4" y="775"/>
                  </a:lnTo>
                  <a:lnTo>
                    <a:pt x="0" y="764"/>
                  </a:lnTo>
                  <a:lnTo>
                    <a:pt x="0" y="757"/>
                  </a:lnTo>
                  <a:lnTo>
                    <a:pt x="0" y="639"/>
                  </a:lnTo>
                  <a:lnTo>
                    <a:pt x="0" y="632"/>
                  </a:lnTo>
                  <a:lnTo>
                    <a:pt x="0" y="624"/>
                  </a:lnTo>
                  <a:lnTo>
                    <a:pt x="0" y="617"/>
                  </a:lnTo>
                  <a:lnTo>
                    <a:pt x="4" y="610"/>
                  </a:lnTo>
                  <a:lnTo>
                    <a:pt x="4" y="606"/>
                  </a:lnTo>
                  <a:lnTo>
                    <a:pt x="8" y="599"/>
                  </a:lnTo>
                  <a:lnTo>
                    <a:pt x="8" y="592"/>
                  </a:lnTo>
                  <a:lnTo>
                    <a:pt x="12" y="588"/>
                  </a:lnTo>
                  <a:lnTo>
                    <a:pt x="247" y="86"/>
                  </a:lnTo>
                  <a:lnTo>
                    <a:pt x="251" y="75"/>
                  </a:lnTo>
                  <a:lnTo>
                    <a:pt x="258" y="68"/>
                  </a:lnTo>
                  <a:lnTo>
                    <a:pt x="262" y="61"/>
                  </a:lnTo>
                  <a:lnTo>
                    <a:pt x="270" y="50"/>
                  </a:lnTo>
                  <a:lnTo>
                    <a:pt x="278" y="43"/>
                  </a:lnTo>
                  <a:lnTo>
                    <a:pt x="286" y="36"/>
                  </a:lnTo>
                  <a:lnTo>
                    <a:pt x="294" y="29"/>
                  </a:lnTo>
                  <a:lnTo>
                    <a:pt x="301" y="25"/>
                  </a:lnTo>
                  <a:lnTo>
                    <a:pt x="313" y="18"/>
                  </a:lnTo>
                  <a:lnTo>
                    <a:pt x="321" y="14"/>
                  </a:lnTo>
                  <a:lnTo>
                    <a:pt x="333" y="11"/>
                  </a:lnTo>
                  <a:lnTo>
                    <a:pt x="341" y="7"/>
                  </a:lnTo>
                  <a:lnTo>
                    <a:pt x="352" y="4"/>
                  </a:lnTo>
                  <a:lnTo>
                    <a:pt x="364" y="0"/>
                  </a:lnTo>
                  <a:lnTo>
                    <a:pt x="376" y="0"/>
                  </a:lnTo>
                  <a:lnTo>
                    <a:pt x="388" y="0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r>
              <a:t>Slide Title Goes Here 4</a:t>
            </a: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80000" y="90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1</a:t>
            </a: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120000" y="14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2</a:t>
            </a: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2664000" y="403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5</a:t>
            </a: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4</a:t>
            </a: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46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5</a:t>
            </a: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46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6</a:t>
            </a:r>
          </a:p>
        </p:txBody>
      </p:sp>
      <p:sp>
        <p:nvSpPr>
          <p:cNvPr id="236" name="PlaceHolder 5"/>
          <p:cNvSpPr>
            <a:spLocks noGrp="1"/>
          </p:cNvSpPr>
          <p:nvPr>
            <p:ph/>
          </p:nvPr>
        </p:nvSpPr>
        <p:spPr>
          <a:xfrm>
            <a:off x="640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7</a:t>
            </a:r>
          </a:p>
        </p:txBody>
      </p:sp>
      <p:sp>
        <p:nvSpPr>
          <p:cNvPr id="237" name="PlaceHolder 6"/>
          <p:cNvSpPr>
            <a:spLocks noGrp="1"/>
          </p:cNvSpPr>
          <p:nvPr>
            <p:ph/>
          </p:nvPr>
        </p:nvSpPr>
        <p:spPr>
          <a:xfrm>
            <a:off x="640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8</a:t>
            </a:r>
          </a:p>
        </p:txBody>
      </p:sp>
      <p:sp>
        <p:nvSpPr>
          <p:cNvPr id="238" name="PlaceHolder 7"/>
          <p:cNvSpPr>
            <a:spLocks noGrp="1"/>
          </p:cNvSpPr>
          <p:nvPr>
            <p:ph/>
          </p:nvPr>
        </p:nvSpPr>
        <p:spPr>
          <a:xfrm>
            <a:off x="640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 txBox="1"/>
          <p:nvPr/>
        </p:nvSpPr>
        <p:spPr>
          <a:xfrm>
            <a:off x="4960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124000" y="307872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02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6108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03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660000" y="3204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04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r>
              <a:t>Slide Title Goes Here 6</a:t>
            </a: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54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10</a:t>
            </a: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5076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11</a:t>
            </a: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2484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12</a:t>
            </a: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480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13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7</a:t>
            </a: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"/>
          <p:cNvGrpSpPr/>
          <p:nvPr/>
        </p:nvGrpSpPr>
        <p:grpSpPr>
          <a:xfrm>
            <a:off x="914400" y="2103120"/>
            <a:ext cx="1463040" cy="1463040"/>
            <a:chOff x="914400" y="2103120"/>
            <a:chExt cx="1463040" cy="1463040"/>
          </a:xfrm>
        </p:grpSpPr>
        <p:sp>
          <p:nvSpPr>
            <p:cNvPr id="251" name=""/>
            <p:cNvSpPr/>
            <p:nvPr/>
          </p:nvSpPr>
          <p:spPr>
            <a:xfrm>
              <a:off x="914400" y="2103120"/>
              <a:ext cx="1463040" cy="146304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2" name=""/>
            <p:cNvGrpSpPr/>
            <p:nvPr/>
          </p:nvGrpSpPr>
          <p:grpSpPr>
            <a:xfrm>
              <a:off x="1242720" y="2505960"/>
              <a:ext cx="804600" cy="621720"/>
              <a:chOff x="1242720" y="2505960"/>
              <a:chExt cx="804600" cy="621720"/>
            </a:xfrm>
          </p:grpSpPr>
          <p:sp>
            <p:nvSpPr>
              <p:cNvPr id="253" name=""/>
              <p:cNvSpPr/>
              <p:nvPr/>
            </p:nvSpPr>
            <p:spPr>
              <a:xfrm>
                <a:off x="1242720" y="2686320"/>
                <a:ext cx="804600" cy="441360"/>
              </a:xfrm>
              <a:custGeom>
                <a:avLst/>
                <a:gdLst/>
                <a:ahLst/>
                <a:rect l="0" t="0" r="r" b="b"/>
                <a:pathLst>
                  <a:path w="2235" h="1226">
                    <a:moveTo>
                      <a:pt x="2034" y="0"/>
                    </a:moveTo>
                    <a:cubicBezTo>
                      <a:pt x="1884" y="0"/>
                      <a:pt x="1803" y="147"/>
                      <a:pt x="1837" y="259"/>
                    </a:cubicBezTo>
                    <a:lnTo>
                      <a:pt x="1475" y="623"/>
                    </a:lnTo>
                    <a:cubicBezTo>
                      <a:pt x="1444" y="611"/>
                      <a:pt x="1397" y="611"/>
                      <a:pt x="1366" y="623"/>
                    </a:cubicBezTo>
                    <a:lnTo>
                      <a:pt x="1112" y="360"/>
                    </a:lnTo>
                    <a:cubicBezTo>
                      <a:pt x="1146" y="251"/>
                      <a:pt x="1065" y="104"/>
                      <a:pt x="915" y="104"/>
                    </a:cubicBezTo>
                    <a:cubicBezTo>
                      <a:pt x="768" y="104"/>
                      <a:pt x="683" y="251"/>
                      <a:pt x="718" y="360"/>
                    </a:cubicBezTo>
                    <a:lnTo>
                      <a:pt x="255" y="824"/>
                    </a:lnTo>
                    <a:cubicBezTo>
                      <a:pt x="147" y="793"/>
                      <a:pt x="0" y="874"/>
                      <a:pt x="0" y="1021"/>
                    </a:cubicBezTo>
                    <a:cubicBezTo>
                      <a:pt x="0" y="1133"/>
                      <a:pt x="89" y="1226"/>
                      <a:pt x="201" y="1226"/>
                    </a:cubicBezTo>
                    <a:cubicBezTo>
                      <a:pt x="351" y="1226"/>
                      <a:pt x="432" y="1079"/>
                      <a:pt x="398" y="971"/>
                    </a:cubicBezTo>
                    <a:lnTo>
                      <a:pt x="861" y="507"/>
                    </a:lnTo>
                    <a:cubicBezTo>
                      <a:pt x="892" y="514"/>
                      <a:pt x="938" y="514"/>
                      <a:pt x="969" y="507"/>
                    </a:cubicBezTo>
                    <a:lnTo>
                      <a:pt x="1228" y="766"/>
                    </a:lnTo>
                    <a:cubicBezTo>
                      <a:pt x="1193" y="874"/>
                      <a:pt x="1274" y="1021"/>
                      <a:pt x="1421" y="1021"/>
                    </a:cubicBezTo>
                    <a:cubicBezTo>
                      <a:pt x="1567" y="1021"/>
                      <a:pt x="1652" y="874"/>
                      <a:pt x="1617" y="766"/>
                    </a:cubicBezTo>
                    <a:lnTo>
                      <a:pt x="1980" y="402"/>
                    </a:lnTo>
                    <a:cubicBezTo>
                      <a:pt x="2088" y="437"/>
                      <a:pt x="2235" y="352"/>
                      <a:pt x="2235" y="205"/>
                    </a:cubicBezTo>
                    <a:cubicBezTo>
                      <a:pt x="2235" y="93"/>
                      <a:pt x="2146" y="0"/>
                      <a:pt x="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ru-RU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>
                <a:off x="1645920" y="2505960"/>
                <a:ext cx="216360" cy="216360"/>
              </a:xfrm>
              <a:custGeom>
                <a:avLst/>
                <a:gdLst/>
                <a:ahLst/>
                <a:rect l="0" t="0" r="r" b="b"/>
                <a:pathLst>
                  <a:path w="601" h="601">
                    <a:moveTo>
                      <a:pt x="301" y="601"/>
                    </a:moveTo>
                    <a:lnTo>
                      <a:pt x="396" y="396"/>
                    </a:lnTo>
                    <a:lnTo>
                      <a:pt x="601" y="304"/>
                    </a:lnTo>
                    <a:lnTo>
                      <a:pt x="396" y="209"/>
                    </a:lnTo>
                    <a:lnTo>
                      <a:pt x="301" y="0"/>
                    </a:lnTo>
                    <a:lnTo>
                      <a:pt x="209" y="209"/>
                    </a:lnTo>
                    <a:lnTo>
                      <a:pt x="0" y="304"/>
                    </a:lnTo>
                    <a:lnTo>
                      <a:pt x="209" y="396"/>
                    </a:lnTo>
                    <a:lnTo>
                      <a:pt x="301" y="6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ru-RU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>
                <a:off x="1242720" y="2615760"/>
                <a:ext cx="180360" cy="180360"/>
              </a:xfrm>
              <a:custGeom>
                <a:avLst/>
                <a:gdLst/>
                <a:ahLst/>
                <a:rect l="0" t="0" r="r" b="b"/>
                <a:pathLst>
                  <a:path w="501" h="501">
                    <a:moveTo>
                      <a:pt x="251" y="501"/>
                    </a:moveTo>
                    <a:lnTo>
                      <a:pt x="300" y="300"/>
                    </a:lnTo>
                    <a:lnTo>
                      <a:pt x="501" y="251"/>
                    </a:lnTo>
                    <a:lnTo>
                      <a:pt x="300" y="197"/>
                    </a:lnTo>
                    <a:lnTo>
                      <a:pt x="251" y="0"/>
                    </a:lnTo>
                    <a:lnTo>
                      <a:pt x="197" y="197"/>
                    </a:lnTo>
                    <a:lnTo>
                      <a:pt x="0" y="251"/>
                    </a:lnTo>
                    <a:lnTo>
                      <a:pt x="197" y="300"/>
                    </a:lnTo>
                    <a:lnTo>
                      <a:pt x="251" y="5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ru-RU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56" name=""/>
          <p:cNvGrpSpPr/>
          <p:nvPr/>
        </p:nvGrpSpPr>
        <p:grpSpPr>
          <a:xfrm>
            <a:off x="4297680" y="2103120"/>
            <a:ext cx="1463040" cy="1463040"/>
            <a:chOff x="4297680" y="2103120"/>
            <a:chExt cx="1463040" cy="1463040"/>
          </a:xfrm>
        </p:grpSpPr>
        <p:sp>
          <p:nvSpPr>
            <p:cNvPr id="257" name=""/>
            <p:cNvSpPr/>
            <p:nvPr/>
          </p:nvSpPr>
          <p:spPr>
            <a:xfrm>
              <a:off x="4297680" y="2103120"/>
              <a:ext cx="1463040" cy="146304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8" name=""/>
            <p:cNvGrpSpPr/>
            <p:nvPr/>
          </p:nvGrpSpPr>
          <p:grpSpPr>
            <a:xfrm>
              <a:off x="4737600" y="2450160"/>
              <a:ext cx="588960" cy="761400"/>
              <a:chOff x="4737600" y="2450160"/>
              <a:chExt cx="588960" cy="761400"/>
            </a:xfrm>
          </p:grpSpPr>
          <p:sp>
            <p:nvSpPr>
              <p:cNvPr id="259" name=""/>
              <p:cNvSpPr/>
              <p:nvPr/>
            </p:nvSpPr>
            <p:spPr>
              <a:xfrm>
                <a:off x="4737600" y="2450160"/>
                <a:ext cx="435240" cy="512280"/>
              </a:xfrm>
              <a:custGeom>
                <a:avLst/>
                <a:gdLst/>
                <a:ahLst/>
                <a:rect l="0" t="0" r="r" b="b"/>
                <a:pathLst>
                  <a:path w="1209" h="1423">
                    <a:moveTo>
                      <a:pt x="821" y="439"/>
                    </a:moveTo>
                    <a:lnTo>
                      <a:pt x="821" y="622"/>
                    </a:lnTo>
                    <a:cubicBezTo>
                      <a:pt x="821" y="669"/>
                      <a:pt x="875" y="693"/>
                      <a:pt x="906" y="657"/>
                    </a:cubicBezTo>
                    <a:lnTo>
                      <a:pt x="1194" y="369"/>
                    </a:lnTo>
                    <a:cubicBezTo>
                      <a:pt x="1214" y="354"/>
                      <a:pt x="1214" y="322"/>
                      <a:pt x="1194" y="303"/>
                    </a:cubicBezTo>
                    <a:lnTo>
                      <a:pt x="906" y="15"/>
                    </a:lnTo>
                    <a:cubicBezTo>
                      <a:pt x="875" y="-17"/>
                      <a:pt x="821" y="7"/>
                      <a:pt x="821" y="54"/>
                    </a:cubicBezTo>
                    <a:lnTo>
                      <a:pt x="821" y="237"/>
                    </a:lnTo>
                    <a:cubicBezTo>
                      <a:pt x="366" y="237"/>
                      <a:pt x="0" y="599"/>
                      <a:pt x="0" y="1055"/>
                    </a:cubicBezTo>
                    <a:cubicBezTo>
                      <a:pt x="0" y="1160"/>
                      <a:pt x="19" y="1265"/>
                      <a:pt x="58" y="1359"/>
                    </a:cubicBezTo>
                    <a:cubicBezTo>
                      <a:pt x="86" y="1429"/>
                      <a:pt x="175" y="1444"/>
                      <a:pt x="226" y="1394"/>
                    </a:cubicBezTo>
                    <a:cubicBezTo>
                      <a:pt x="253" y="1367"/>
                      <a:pt x="265" y="1324"/>
                      <a:pt x="249" y="1285"/>
                    </a:cubicBezTo>
                    <a:cubicBezTo>
                      <a:pt x="222" y="1215"/>
                      <a:pt x="206" y="1137"/>
                      <a:pt x="206" y="1055"/>
                    </a:cubicBezTo>
                    <a:cubicBezTo>
                      <a:pt x="206" y="716"/>
                      <a:pt x="482" y="439"/>
                      <a:pt x="821" y="4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ru-RU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>
                <a:off x="4892760" y="2699280"/>
                <a:ext cx="433800" cy="512280"/>
              </a:xfrm>
              <a:custGeom>
                <a:avLst/>
                <a:gdLst/>
                <a:ahLst/>
                <a:rect l="0" t="0" r="r" b="b"/>
                <a:pathLst>
                  <a:path w="1205" h="1423">
                    <a:moveTo>
                      <a:pt x="979" y="29"/>
                    </a:moveTo>
                    <a:cubicBezTo>
                      <a:pt x="952" y="56"/>
                      <a:pt x="940" y="99"/>
                      <a:pt x="956" y="138"/>
                    </a:cubicBezTo>
                    <a:cubicBezTo>
                      <a:pt x="983" y="208"/>
                      <a:pt x="999" y="286"/>
                      <a:pt x="999" y="364"/>
                    </a:cubicBezTo>
                    <a:cubicBezTo>
                      <a:pt x="999" y="703"/>
                      <a:pt x="723" y="980"/>
                      <a:pt x="388" y="980"/>
                    </a:cubicBezTo>
                    <a:lnTo>
                      <a:pt x="388" y="797"/>
                    </a:lnTo>
                    <a:cubicBezTo>
                      <a:pt x="388" y="750"/>
                      <a:pt x="334" y="727"/>
                      <a:pt x="302" y="762"/>
                    </a:cubicBezTo>
                    <a:lnTo>
                      <a:pt x="15" y="1050"/>
                    </a:lnTo>
                    <a:cubicBezTo>
                      <a:pt x="-5" y="1069"/>
                      <a:pt x="-5" y="1101"/>
                      <a:pt x="15" y="1120"/>
                    </a:cubicBezTo>
                    <a:lnTo>
                      <a:pt x="302" y="1408"/>
                    </a:lnTo>
                    <a:cubicBezTo>
                      <a:pt x="334" y="1440"/>
                      <a:pt x="388" y="1416"/>
                      <a:pt x="388" y="1373"/>
                    </a:cubicBezTo>
                    <a:lnTo>
                      <a:pt x="388" y="1186"/>
                    </a:lnTo>
                    <a:cubicBezTo>
                      <a:pt x="839" y="1186"/>
                      <a:pt x="1205" y="820"/>
                      <a:pt x="1205" y="364"/>
                    </a:cubicBezTo>
                    <a:cubicBezTo>
                      <a:pt x="1205" y="263"/>
                      <a:pt x="1186" y="158"/>
                      <a:pt x="1147" y="64"/>
                    </a:cubicBezTo>
                    <a:cubicBezTo>
                      <a:pt x="1119" y="-6"/>
                      <a:pt x="1030" y="-21"/>
                      <a:pt x="97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p>
                <a:endParaRPr lang="ru-RU" sz="18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61" name=""/>
          <p:cNvGrpSpPr/>
          <p:nvPr/>
        </p:nvGrpSpPr>
        <p:grpSpPr>
          <a:xfrm>
            <a:off x="7570080" y="2103120"/>
            <a:ext cx="1463040" cy="1463040"/>
            <a:chOff x="7570080" y="2103120"/>
            <a:chExt cx="1463040" cy="1463040"/>
          </a:xfrm>
        </p:grpSpPr>
        <p:sp>
          <p:nvSpPr>
            <p:cNvPr id="262" name=""/>
            <p:cNvSpPr/>
            <p:nvPr/>
          </p:nvSpPr>
          <p:spPr>
            <a:xfrm>
              <a:off x="7570080" y="2103120"/>
              <a:ext cx="1463040" cy="146304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7943760" y="2543040"/>
              <a:ext cx="816120" cy="541440"/>
            </a:xfrm>
            <a:custGeom>
              <a:avLst/>
              <a:gdLst/>
              <a:ahLst/>
              <a:rect l="0" t="0" r="r" b="b"/>
              <a:pathLst>
                <a:path w="2267" h="1504">
                  <a:moveTo>
                    <a:pt x="1212" y="442"/>
                  </a:moveTo>
                  <a:lnTo>
                    <a:pt x="109" y="442"/>
                  </a:lnTo>
                  <a:cubicBezTo>
                    <a:pt x="50" y="442"/>
                    <a:pt x="0" y="492"/>
                    <a:pt x="0" y="555"/>
                  </a:cubicBezTo>
                  <a:cubicBezTo>
                    <a:pt x="0" y="614"/>
                    <a:pt x="50" y="665"/>
                    <a:pt x="109" y="665"/>
                  </a:cubicBezTo>
                  <a:lnTo>
                    <a:pt x="1212" y="665"/>
                  </a:lnTo>
                  <a:cubicBezTo>
                    <a:pt x="1274" y="665"/>
                    <a:pt x="1325" y="614"/>
                    <a:pt x="1325" y="555"/>
                  </a:cubicBezTo>
                  <a:cubicBezTo>
                    <a:pt x="1325" y="492"/>
                    <a:pt x="1274" y="442"/>
                    <a:pt x="1212" y="442"/>
                  </a:cubicBezTo>
                  <a:moveTo>
                    <a:pt x="1212" y="0"/>
                  </a:moveTo>
                  <a:lnTo>
                    <a:pt x="109" y="0"/>
                  </a:lnTo>
                  <a:cubicBezTo>
                    <a:pt x="50" y="0"/>
                    <a:pt x="0" y="46"/>
                    <a:pt x="0" y="109"/>
                  </a:cubicBezTo>
                  <a:cubicBezTo>
                    <a:pt x="0" y="172"/>
                    <a:pt x="50" y="219"/>
                    <a:pt x="109" y="219"/>
                  </a:cubicBezTo>
                  <a:lnTo>
                    <a:pt x="1212" y="219"/>
                  </a:lnTo>
                  <a:cubicBezTo>
                    <a:pt x="1274" y="219"/>
                    <a:pt x="1325" y="172"/>
                    <a:pt x="1325" y="109"/>
                  </a:cubicBezTo>
                  <a:cubicBezTo>
                    <a:pt x="1325" y="46"/>
                    <a:pt x="1274" y="0"/>
                    <a:pt x="1212" y="0"/>
                  </a:cubicBezTo>
                  <a:moveTo>
                    <a:pt x="109" y="1111"/>
                  </a:moveTo>
                  <a:lnTo>
                    <a:pt x="773" y="1111"/>
                  </a:lnTo>
                  <a:cubicBezTo>
                    <a:pt x="832" y="1111"/>
                    <a:pt x="882" y="1056"/>
                    <a:pt x="882" y="997"/>
                  </a:cubicBezTo>
                  <a:cubicBezTo>
                    <a:pt x="882" y="934"/>
                    <a:pt x="832" y="888"/>
                    <a:pt x="773" y="888"/>
                  </a:cubicBezTo>
                  <a:lnTo>
                    <a:pt x="109" y="888"/>
                  </a:lnTo>
                  <a:cubicBezTo>
                    <a:pt x="50" y="888"/>
                    <a:pt x="0" y="934"/>
                    <a:pt x="0" y="997"/>
                  </a:cubicBezTo>
                  <a:cubicBezTo>
                    <a:pt x="0" y="1056"/>
                    <a:pt x="50" y="1111"/>
                    <a:pt x="109" y="1111"/>
                  </a:cubicBezTo>
                  <a:moveTo>
                    <a:pt x="2236" y="698"/>
                  </a:moveTo>
                  <a:cubicBezTo>
                    <a:pt x="2277" y="740"/>
                    <a:pt x="2277" y="812"/>
                    <a:pt x="2236" y="854"/>
                  </a:cubicBezTo>
                  <a:lnTo>
                    <a:pt x="1621" y="1472"/>
                  </a:lnTo>
                  <a:cubicBezTo>
                    <a:pt x="1575" y="1514"/>
                    <a:pt x="1508" y="1514"/>
                    <a:pt x="1463" y="1472"/>
                  </a:cubicBezTo>
                  <a:lnTo>
                    <a:pt x="1128" y="1132"/>
                  </a:lnTo>
                  <a:cubicBezTo>
                    <a:pt x="1086" y="1090"/>
                    <a:pt x="1086" y="1018"/>
                    <a:pt x="1128" y="976"/>
                  </a:cubicBezTo>
                  <a:lnTo>
                    <a:pt x="1137" y="968"/>
                  </a:lnTo>
                  <a:cubicBezTo>
                    <a:pt x="1178" y="921"/>
                    <a:pt x="1249" y="921"/>
                    <a:pt x="1291" y="968"/>
                  </a:cubicBezTo>
                  <a:lnTo>
                    <a:pt x="1542" y="1220"/>
                  </a:lnTo>
                  <a:lnTo>
                    <a:pt x="2068" y="690"/>
                  </a:lnTo>
                  <a:cubicBezTo>
                    <a:pt x="2110" y="644"/>
                    <a:pt x="2181" y="644"/>
                    <a:pt x="2227" y="690"/>
                  </a:cubicBezTo>
                  <a:lnTo>
                    <a:pt x="2236" y="6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4" name=""/>
          <p:cNvGrpSpPr/>
          <p:nvPr/>
        </p:nvGrpSpPr>
        <p:grpSpPr>
          <a:xfrm>
            <a:off x="4445640" y="1542960"/>
            <a:ext cx="1188720" cy="274320"/>
            <a:chOff x="4445640" y="1542960"/>
            <a:chExt cx="1188720" cy="274320"/>
          </a:xfrm>
        </p:grpSpPr>
        <p:sp>
          <p:nvSpPr>
            <p:cNvPr id="265" name=""/>
            <p:cNvSpPr/>
            <p:nvPr/>
          </p:nvSpPr>
          <p:spPr>
            <a:xfrm>
              <a:off x="4445640" y="1542960"/>
              <a:ext cx="274320" cy="27432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4902840" y="1542960"/>
              <a:ext cx="274320" cy="27432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5360040" y="1542960"/>
              <a:ext cx="274320" cy="27432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8</a:t>
            </a: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352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658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5873400" y="1190520"/>
            <a:ext cx="4094280" cy="4094280"/>
          </a:xfrm>
          <a:custGeom>
            <a:avLst/>
            <a:gdLst/>
            <a:ahLst/>
            <a:rect l="0" t="0" r="r" b="b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Slide Title Goes Here 9</a:t>
            </a: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Grey Elegant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2026-09-27T15:01:13Z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ru-RU</dc:language>
  <cp:lastModifiedBy/>
  <cp:revision>1</cp:revision>
  <dc:subject/>
  <dc:title>Grey Elegant</dc:title>
</cp:coreProperties>
</file>