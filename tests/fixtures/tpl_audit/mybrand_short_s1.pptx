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0"/>
  </p:notesMasterIdLst>
  <p:sldIdLst>
    <p:sldId id="274" r:id="rId25"/>
  </p:sldIdLst>
  <p:sldSz cx="18288000" cy="10287000"/>
  <p:notesSz cx="18288000" cy="10287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-797" y="-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273116" y="1088509"/>
            <a:ext cx="15741766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1568513" y="4456034"/>
            <a:ext cx="7626985" cy="344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273116" y="1088509"/>
            <a:ext cx="15741766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2707717" y="1641962"/>
            <a:ext cx="2340282" cy="60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25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273116" y="1088509"/>
            <a:ext cx="15741766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73116" y="1088509"/>
            <a:ext cx="15741766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68513" y="4456034"/>
            <a:ext cx="7626985" cy="344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250" b="0" i="0" u="none" strike="noStrike" cap="none">
                <a:solidFill>
                  <a:srgbClr val="0B1750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5" name="Google Shape;45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51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1273116" y="2583796"/>
            <a:ext cx="7529875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noAutofit/>
          </a:bodyPr>
          <a:lstStyle/>
          <a:p>
            <a:pPr marL="144716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b="0">
                <a:solidFill>
                  <a:srgbClr val="000000"/>
                </a:solidFill>
              </a:rPr>
              <a:t>План увеличения прибыли за 6 месяцев</a:t>
            </a:r>
            <a:endParaRPr b="0">
              <a:solidFill>
                <a:srgbClr val="000000"/>
              </a:solidFill>
            </a:endParaRPr>
          </a:p>
        </p:txBody>
      </p:sp>
      <p:sp>
        <p:nvSpPr>
          <p:cNvPr id="60" name="Дата"/>
          <p:cNvSpPr txBox="1">
            <a:spLocks noGrp="1"/>
          </p:cNvSpPr>
          <p:nvPr/>
        </p:nvSpPr>
        <p:spPr>
          <a:xfrm>
            <a:off x="2720281" y="8286548"/>
            <a:ext cx="1296590" cy="29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noAutofit/>
          </a:bodyPr>
          <a:lstStyle/>
          <a:p>
            <a:pPr marL="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000000"/>
                </a:solidFill>
                <a:latin typeface="Trebuchet MS"/>
              </a:rPr>
              <a:t>Сентябрь 2026</a:t>
            </a:r>
            <a:endParaRPr b="0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9" name="Сноска"/>
          <p:cNvSpPr txBox="1">
            <a:spLocks noGrp="1"/>
          </p:cNvSpPr>
          <p:nvPr/>
        </p:nvSpPr>
        <p:spPr>
          <a:xfrm>
            <a:off x="1280160" y="8672310"/>
            <a:ext cx="2120717" cy="32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325" rIns="0" bIns="0" anchor="t" anchorCtr="0">
            <a:noAutofit/>
          </a:bodyPr>
          <a:lstStyle/>
          <a:p>
            <a:pPr marL="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8" b="0">
                <a:solidFill>
                  <a:srgbClr val="000000"/>
                </a:solidFill>
                <a:latin typeface="Trebuchet MS"/>
              </a:rPr>
              <a:t>Все цифры условные</a:t>
            </a:r>
            <a:endParaRPr b="0">
              <a:solidFill>
                <a:srgbClr val="000000"/>
              </a:solidFill>
              <a:latin typeface="Trebuchet MS"/>
            </a:endParaRPr>
          </a:p>
        </p:txBody>
      </p:sp>
      <p:grpSp>
        <p:nvGrpSpPr>
          <p:cNvPr id="48" name="Google Shape;48;p7"/>
          <p:cNvGrpSpPr/>
          <p:nvPr/>
        </p:nvGrpSpPr>
        <p:grpSpPr>
          <a:xfrm>
            <a:off x="1507179" y="1484020"/>
            <a:ext cx="1054735" cy="1056640"/>
            <a:chOff x="1507179" y="1484020"/>
            <a:chExt cx="1054735" cy="1056640"/>
          </a:xfrm>
        </p:grpSpPr>
        <p:sp>
          <p:nvSpPr>
            <p:cNvPr id="49" name="Google Shape;49;p7"/>
            <p:cNvSpPr/>
            <p:nvPr/>
          </p:nvSpPr>
          <p:spPr>
            <a:xfrm>
              <a:off x="1507179" y="1484020"/>
              <a:ext cx="1054735" cy="1056640"/>
            </a:xfrm>
            <a:custGeom>
              <a:avLst/>
              <a:gdLst/>
              <a:ahLst/>
              <a:cxnLst/>
              <a:rect l="l" t="t" r="r" b="b"/>
              <a:pathLst>
                <a:path w="1054735" h="1056639" extrusionOk="0">
                  <a:moveTo>
                    <a:pt x="527348" y="1056271"/>
                  </a:moveTo>
                  <a:lnTo>
                    <a:pt x="476325" y="1053819"/>
                  </a:lnTo>
                  <a:lnTo>
                    <a:pt x="426304" y="1046570"/>
                  </a:lnTo>
                  <a:lnTo>
                    <a:pt x="377582" y="1034689"/>
                  </a:lnTo>
                  <a:lnTo>
                    <a:pt x="330456" y="1018338"/>
                  </a:lnTo>
                  <a:lnTo>
                    <a:pt x="285221" y="997682"/>
                  </a:lnTo>
                  <a:lnTo>
                    <a:pt x="242174" y="972882"/>
                  </a:lnTo>
                  <a:lnTo>
                    <a:pt x="201612" y="944102"/>
                  </a:lnTo>
                  <a:lnTo>
                    <a:pt x="163832" y="911507"/>
                  </a:lnTo>
                  <a:lnTo>
                    <a:pt x="129130" y="875258"/>
                  </a:lnTo>
                  <a:lnTo>
                    <a:pt x="97803" y="835519"/>
                  </a:lnTo>
                  <a:lnTo>
                    <a:pt x="70148" y="792454"/>
                  </a:lnTo>
                  <a:lnTo>
                    <a:pt x="46765" y="746913"/>
                  </a:lnTo>
                  <a:lnTo>
                    <a:pt x="28059" y="699862"/>
                  </a:lnTo>
                  <a:lnTo>
                    <a:pt x="14029" y="651636"/>
                  </a:lnTo>
                  <a:lnTo>
                    <a:pt x="4676" y="602571"/>
                  </a:lnTo>
                  <a:lnTo>
                    <a:pt x="0" y="553003"/>
                  </a:lnTo>
                  <a:lnTo>
                    <a:pt x="0" y="503267"/>
                  </a:lnTo>
                  <a:lnTo>
                    <a:pt x="4676" y="453699"/>
                  </a:lnTo>
                  <a:lnTo>
                    <a:pt x="14029" y="404634"/>
                  </a:lnTo>
                  <a:lnTo>
                    <a:pt x="28059" y="356409"/>
                  </a:lnTo>
                  <a:lnTo>
                    <a:pt x="46765" y="309358"/>
                  </a:lnTo>
                  <a:lnTo>
                    <a:pt x="70148" y="263817"/>
                  </a:lnTo>
                  <a:lnTo>
                    <a:pt x="97803" y="220963"/>
                  </a:lnTo>
                  <a:lnTo>
                    <a:pt x="129130" y="181356"/>
                  </a:lnTo>
                  <a:lnTo>
                    <a:pt x="163832" y="145171"/>
                  </a:lnTo>
                  <a:lnTo>
                    <a:pt x="201612" y="112583"/>
                  </a:lnTo>
                  <a:lnTo>
                    <a:pt x="242174" y="83770"/>
                  </a:lnTo>
                  <a:lnTo>
                    <a:pt x="285221" y="58907"/>
                  </a:lnTo>
                  <a:lnTo>
                    <a:pt x="330456" y="38169"/>
                  </a:lnTo>
                  <a:lnTo>
                    <a:pt x="377582" y="21734"/>
                  </a:lnTo>
                  <a:lnTo>
                    <a:pt x="426304" y="9777"/>
                  </a:lnTo>
                  <a:lnTo>
                    <a:pt x="476325" y="2473"/>
                  </a:lnTo>
                  <a:lnTo>
                    <a:pt x="527348" y="0"/>
                  </a:lnTo>
                  <a:lnTo>
                    <a:pt x="578384" y="2473"/>
                  </a:lnTo>
                  <a:lnTo>
                    <a:pt x="628414" y="9777"/>
                  </a:lnTo>
                  <a:lnTo>
                    <a:pt x="677140" y="21734"/>
                  </a:lnTo>
                  <a:lnTo>
                    <a:pt x="724268" y="38169"/>
                  </a:lnTo>
                  <a:lnTo>
                    <a:pt x="769500" y="58907"/>
                  </a:lnTo>
                  <a:lnTo>
                    <a:pt x="812543" y="83770"/>
                  </a:lnTo>
                  <a:lnTo>
                    <a:pt x="853099" y="112583"/>
                  </a:lnTo>
                  <a:lnTo>
                    <a:pt x="890873" y="145171"/>
                  </a:lnTo>
                  <a:lnTo>
                    <a:pt x="925570" y="181356"/>
                  </a:lnTo>
                  <a:lnTo>
                    <a:pt x="956893" y="220963"/>
                  </a:lnTo>
                  <a:lnTo>
                    <a:pt x="984548" y="263817"/>
                  </a:lnTo>
                  <a:lnTo>
                    <a:pt x="1007930" y="309358"/>
                  </a:lnTo>
                  <a:lnTo>
                    <a:pt x="1026636" y="356409"/>
                  </a:lnTo>
                  <a:lnTo>
                    <a:pt x="1040666" y="404634"/>
                  </a:lnTo>
                  <a:lnTo>
                    <a:pt x="1050019" y="453699"/>
                  </a:lnTo>
                  <a:lnTo>
                    <a:pt x="1054696" y="503267"/>
                  </a:lnTo>
                  <a:lnTo>
                    <a:pt x="1054696" y="553003"/>
                  </a:lnTo>
                  <a:lnTo>
                    <a:pt x="1050019" y="602571"/>
                  </a:lnTo>
                  <a:lnTo>
                    <a:pt x="1040666" y="651636"/>
                  </a:lnTo>
                  <a:lnTo>
                    <a:pt x="1026636" y="699862"/>
                  </a:lnTo>
                  <a:lnTo>
                    <a:pt x="1007930" y="746913"/>
                  </a:lnTo>
                  <a:lnTo>
                    <a:pt x="984548" y="792454"/>
                  </a:lnTo>
                  <a:lnTo>
                    <a:pt x="956893" y="835307"/>
                  </a:lnTo>
                  <a:lnTo>
                    <a:pt x="925570" y="874915"/>
                  </a:lnTo>
                  <a:lnTo>
                    <a:pt x="890873" y="911100"/>
                  </a:lnTo>
                  <a:lnTo>
                    <a:pt x="853099" y="943687"/>
                  </a:lnTo>
                  <a:lnTo>
                    <a:pt x="812543" y="972501"/>
                  </a:lnTo>
                  <a:lnTo>
                    <a:pt x="769500" y="997364"/>
                  </a:lnTo>
                  <a:lnTo>
                    <a:pt x="724268" y="1018101"/>
                  </a:lnTo>
                  <a:lnTo>
                    <a:pt x="677140" y="1034537"/>
                  </a:lnTo>
                  <a:lnTo>
                    <a:pt x="628414" y="1046494"/>
                  </a:lnTo>
                  <a:lnTo>
                    <a:pt x="578384" y="1053798"/>
                  </a:lnTo>
                  <a:lnTo>
                    <a:pt x="527348" y="105627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764004" y="1844966"/>
              <a:ext cx="540385" cy="333375"/>
            </a:xfrm>
            <a:custGeom>
              <a:avLst/>
              <a:gdLst/>
              <a:ahLst/>
              <a:cxnLst/>
              <a:rect l="l" t="t" r="r" b="b"/>
              <a:pathLst>
                <a:path w="540385" h="333375" extrusionOk="0">
                  <a:moveTo>
                    <a:pt x="471487" y="166687"/>
                  </a:moveTo>
                  <a:lnTo>
                    <a:pt x="468477" y="151904"/>
                  </a:lnTo>
                  <a:lnTo>
                    <a:pt x="460298" y="139788"/>
                  </a:lnTo>
                  <a:lnTo>
                    <a:pt x="448195" y="131597"/>
                  </a:lnTo>
                  <a:lnTo>
                    <a:pt x="433387" y="128587"/>
                  </a:lnTo>
                  <a:lnTo>
                    <a:pt x="106718" y="128587"/>
                  </a:lnTo>
                  <a:lnTo>
                    <a:pt x="91897" y="131597"/>
                  </a:lnTo>
                  <a:lnTo>
                    <a:pt x="79794" y="139788"/>
                  </a:lnTo>
                  <a:lnTo>
                    <a:pt x="71615" y="151904"/>
                  </a:lnTo>
                  <a:lnTo>
                    <a:pt x="68618" y="166687"/>
                  </a:lnTo>
                  <a:lnTo>
                    <a:pt x="71615" y="181508"/>
                  </a:lnTo>
                  <a:lnTo>
                    <a:pt x="79794" y="193611"/>
                  </a:lnTo>
                  <a:lnTo>
                    <a:pt x="91897" y="201790"/>
                  </a:lnTo>
                  <a:lnTo>
                    <a:pt x="106718" y="204787"/>
                  </a:lnTo>
                  <a:lnTo>
                    <a:pt x="433387" y="204787"/>
                  </a:lnTo>
                  <a:lnTo>
                    <a:pt x="448195" y="201790"/>
                  </a:lnTo>
                  <a:lnTo>
                    <a:pt x="460298" y="193611"/>
                  </a:lnTo>
                  <a:lnTo>
                    <a:pt x="468477" y="181508"/>
                  </a:lnTo>
                  <a:lnTo>
                    <a:pt x="471487" y="166687"/>
                  </a:lnTo>
                  <a:close/>
                </a:path>
                <a:path w="540385" h="333375" extrusionOk="0">
                  <a:moveTo>
                    <a:pt x="540105" y="295275"/>
                  </a:moveTo>
                  <a:lnTo>
                    <a:pt x="537095" y="280492"/>
                  </a:lnTo>
                  <a:lnTo>
                    <a:pt x="528904" y="268376"/>
                  </a:lnTo>
                  <a:lnTo>
                    <a:pt x="516788" y="260184"/>
                  </a:lnTo>
                  <a:lnTo>
                    <a:pt x="502005" y="257175"/>
                  </a:lnTo>
                  <a:lnTo>
                    <a:pt x="38100" y="257175"/>
                  </a:lnTo>
                  <a:lnTo>
                    <a:pt x="23317" y="260184"/>
                  </a:lnTo>
                  <a:lnTo>
                    <a:pt x="11201" y="268376"/>
                  </a:lnTo>
                  <a:lnTo>
                    <a:pt x="3009" y="280492"/>
                  </a:lnTo>
                  <a:lnTo>
                    <a:pt x="0" y="295275"/>
                  </a:lnTo>
                  <a:lnTo>
                    <a:pt x="3009" y="310095"/>
                  </a:lnTo>
                  <a:lnTo>
                    <a:pt x="11201" y="322199"/>
                  </a:lnTo>
                  <a:lnTo>
                    <a:pt x="23317" y="330377"/>
                  </a:lnTo>
                  <a:lnTo>
                    <a:pt x="38100" y="333375"/>
                  </a:lnTo>
                  <a:lnTo>
                    <a:pt x="502005" y="333375"/>
                  </a:lnTo>
                  <a:lnTo>
                    <a:pt x="516788" y="330517"/>
                  </a:lnTo>
                  <a:lnTo>
                    <a:pt x="528904" y="322554"/>
                  </a:lnTo>
                  <a:lnTo>
                    <a:pt x="537095" y="310489"/>
                  </a:lnTo>
                  <a:lnTo>
                    <a:pt x="540105" y="295275"/>
                  </a:lnTo>
                  <a:close/>
                </a:path>
                <a:path w="540385" h="333375" extrusionOk="0">
                  <a:moveTo>
                    <a:pt x="540105" y="38100"/>
                  </a:moveTo>
                  <a:lnTo>
                    <a:pt x="537095" y="23317"/>
                  </a:lnTo>
                  <a:lnTo>
                    <a:pt x="528904" y="11201"/>
                  </a:lnTo>
                  <a:lnTo>
                    <a:pt x="516788" y="3009"/>
                  </a:lnTo>
                  <a:lnTo>
                    <a:pt x="502005" y="0"/>
                  </a:lnTo>
                  <a:lnTo>
                    <a:pt x="38100" y="0"/>
                  </a:lnTo>
                  <a:lnTo>
                    <a:pt x="23317" y="3009"/>
                  </a:lnTo>
                  <a:lnTo>
                    <a:pt x="11201" y="11201"/>
                  </a:lnTo>
                  <a:lnTo>
                    <a:pt x="3009" y="23317"/>
                  </a:lnTo>
                  <a:lnTo>
                    <a:pt x="0" y="38100"/>
                  </a:lnTo>
                  <a:lnTo>
                    <a:pt x="3009" y="52920"/>
                  </a:lnTo>
                  <a:lnTo>
                    <a:pt x="11188" y="65024"/>
                  </a:lnTo>
                  <a:lnTo>
                    <a:pt x="23304" y="73202"/>
                  </a:lnTo>
                  <a:lnTo>
                    <a:pt x="38100" y="76200"/>
                  </a:lnTo>
                  <a:lnTo>
                    <a:pt x="502005" y="76200"/>
                  </a:lnTo>
                  <a:lnTo>
                    <a:pt x="516788" y="73202"/>
                  </a:lnTo>
                  <a:lnTo>
                    <a:pt x="528904" y="65024"/>
                  </a:lnTo>
                  <a:lnTo>
                    <a:pt x="537095" y="52920"/>
                  </a:lnTo>
                  <a:lnTo>
                    <a:pt x="540105" y="38100"/>
                  </a:lnTo>
                  <a:close/>
                </a:path>
              </a:pathLst>
            </a:custGeom>
            <a:solidFill>
              <a:srgbClr val="0B175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1273116" y="1088509"/>
            <a:ext cx="7529875" cy="1209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66600" rIns="0" bIns="0" anchor="t" anchorCtr="0">
            <a:noAutofit/>
          </a:bodyPr>
          <a:lstStyle/>
          <a:p>
            <a:pPr marL="144716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>
                <a:solidFill>
                  <a:srgbClr val="FFFFFF"/>
                </a:solidFill>
              </a:rPr>
              <a:t>Кофейня «Точка кофе»</a:t>
            </a:r>
            <a:endParaRPr sz="3750" b="0"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68751" y="626770"/>
            <a:ext cx="8321027" cy="901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7"/>
          <p:cNvGrpSpPr/>
          <p:nvPr/>
        </p:nvGrpSpPr>
        <p:grpSpPr>
          <a:xfrm>
            <a:off x="11344275" y="805802"/>
            <a:ext cx="4051947" cy="8554390"/>
            <a:chOff x="11344275" y="805802"/>
            <a:chExt cx="4051947" cy="8554390"/>
          </a:xfrm>
        </p:grpSpPr>
        <p:sp>
          <p:nvSpPr>
            <p:cNvPr id="57" name="Google Shape;57;p7"/>
            <p:cNvSpPr/>
            <p:nvPr/>
          </p:nvSpPr>
          <p:spPr>
            <a:xfrm>
              <a:off x="14832305" y="915339"/>
              <a:ext cx="332740" cy="138430"/>
            </a:xfrm>
            <a:custGeom>
              <a:avLst/>
              <a:gdLst/>
              <a:ahLst/>
              <a:cxnLst/>
              <a:rect l="l" t="t" r="r" b="b"/>
              <a:pathLst>
                <a:path w="332740" h="138430" extrusionOk="0">
                  <a:moveTo>
                    <a:pt x="138112" y="0"/>
                  </a:moveTo>
                  <a:lnTo>
                    <a:pt x="0" y="138112"/>
                  </a:lnTo>
                  <a:lnTo>
                    <a:pt x="138112" y="138112"/>
                  </a:lnTo>
                  <a:lnTo>
                    <a:pt x="138112" y="0"/>
                  </a:lnTo>
                  <a:close/>
                </a:path>
                <a:path w="332740" h="138430" extrusionOk="0">
                  <a:moveTo>
                    <a:pt x="332435" y="7950"/>
                  </a:moveTo>
                  <a:lnTo>
                    <a:pt x="302920" y="7950"/>
                  </a:lnTo>
                  <a:lnTo>
                    <a:pt x="302920" y="330"/>
                  </a:lnTo>
                  <a:lnTo>
                    <a:pt x="273405" y="330"/>
                  </a:lnTo>
                  <a:lnTo>
                    <a:pt x="273405" y="7950"/>
                  </a:lnTo>
                  <a:lnTo>
                    <a:pt x="243890" y="7950"/>
                  </a:lnTo>
                  <a:lnTo>
                    <a:pt x="243890" y="137490"/>
                  </a:lnTo>
                  <a:lnTo>
                    <a:pt x="332435" y="137490"/>
                  </a:lnTo>
                  <a:lnTo>
                    <a:pt x="332435" y="7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8" name="Google Shape;58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44275" y="805802"/>
              <a:ext cx="4051947" cy="85543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517</Words>
  <Application>Microsoft Office PowerPoint</Application>
  <PresentationFormat>Произвольный</PresentationFormat>
  <Paragraphs>111</Paragraphs>
  <Slides>18</Slides>
  <Notes>18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Office Theme</vt:lpstr>
      <vt:lpstr>mybrand.</vt:lpstr>
      <vt:lpstr>Our Main Target</vt:lpstr>
      <vt:lpstr>Our Competitor</vt:lpstr>
      <vt:lpstr>Competitive Advantages</vt:lpstr>
      <vt:lpstr>Market Adoption</vt:lpstr>
      <vt:lpstr>Put Your</vt:lpstr>
      <vt:lpstr>mybrand.</vt:lpstr>
      <vt:lpstr>Text Style</vt:lpstr>
      <vt:lpstr>Color Palette</vt:lpstr>
      <vt:lpstr>mybrand.</vt:lpstr>
      <vt:lpstr>mybrand.</vt:lpstr>
      <vt:lpstr>Big issue with several impact</vt:lpstr>
      <vt:lpstr>mybrand.</vt:lpstr>
      <vt:lpstr>mybrand.</vt:lpstr>
      <vt:lpstr>Lorem Ipsum Lorem ipsum dolor sit amet, consectetur adipiscing elit, sed do eiusmod tempor incididunt t labore et dolore magna aliqua. Quis ipsum suspendisse ultrices gravida. Risus commodo viverra</vt:lpstr>
      <vt:lpstr>mybrand.</vt:lpstr>
      <vt:lpstr>Demand in Our Market</vt:lpstr>
      <vt:lpstr>500M TOTAL AVAILABLE MARKET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mybrand.</dc:title>
  <dc:creator>Шамардина Алина</dc:creator>
  <cp:lastModifiedBy>Alina Shamardina</cp:lastModifiedBy>
  <cp:revision>1</cp:revision>
  <dcterms:modified xsi:type="dcterms:W3CDTF">2022-11-30T08:54:13Z</dcterms:modified>
</cp:coreProperties>
</file>