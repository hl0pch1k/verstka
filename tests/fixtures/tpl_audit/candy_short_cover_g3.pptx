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69" r:id="rId1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7" Type="http://schemas.openxmlformats.org/officeDocument/2006/relationships/slide" Target="slides/slide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"/>
          <p:cNvSpPr/>
          <p:nvPr/>
        </p:nvSpPr>
        <p:spPr>
          <a:xfrm>
            <a:off x="360000" y="4320000"/>
            <a:ext cx="2520000" cy="36000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tIns="7200" rIns="7200" bIns="7200" anchor="ctr" anchorCtr="1">
            <a:sp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4" name=""/>
          <p:cNvGrpSpPr/>
          <p:nvPr/>
        </p:nvGrpSpPr>
        <p:grpSpPr>
          <a:xfrm>
            <a:off x="1170000" y="4770000"/>
            <a:ext cx="900000" cy="90000"/>
            <a:chOff x="1170000" y="4770000"/>
            <a:chExt cx="900000" cy="90000"/>
          </a:xfrm>
        </p:grpSpPr>
        <p:sp>
          <p:nvSpPr>
            <p:cNvPr id="5" name=""/>
            <p:cNvSpPr/>
            <p:nvPr/>
          </p:nvSpPr>
          <p:spPr>
            <a:xfrm>
              <a:off x="117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44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171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198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9" name="PlaceHolder 1"/>
          <p:cNvSpPr>
            <a:spLocks noGrp="1"/>
          </p:cNvSpPr>
          <p:nvPr>
            <p:ph type="ftr" idx="1"/>
          </p:nvPr>
        </p:nvSpPr>
        <p:spPr>
          <a:xfrm>
            <a:off x="360000" y="4320000"/>
            <a:ext cx="25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62500" lnSpcReduction="19999"/>
          </a:bodyPr>
          <a:lstStyle>
            <a:lvl1pPr indent="0" algn="l">
              <a:buNone/>
              <a:def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66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2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"/>
          <p:cNvSpPr/>
          <p:nvPr/>
        </p:nvSpPr>
        <p:spPr>
          <a:xfrm>
            <a:off x="360000" y="4320000"/>
            <a:ext cx="2520000" cy="36000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tIns="7200" rIns="7200" bIns="7200" anchor="ctr" anchorCtr="1">
            <a:sp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3" name=""/>
          <p:cNvGrpSpPr/>
          <p:nvPr/>
        </p:nvGrpSpPr>
        <p:grpSpPr>
          <a:xfrm>
            <a:off x="1170000" y="4770000"/>
            <a:ext cx="900000" cy="90000"/>
            <a:chOff x="1170000" y="4770000"/>
            <a:chExt cx="900000" cy="90000"/>
          </a:xfrm>
        </p:grpSpPr>
        <p:sp>
          <p:nvSpPr>
            <p:cNvPr id="5" name=""/>
            <p:cNvSpPr/>
            <p:nvPr/>
          </p:nvSpPr>
          <p:spPr>
            <a:xfrm>
              <a:off x="117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44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171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198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ftr" idx="2"/>
          </p:nvPr>
        </p:nvSpPr>
        <p:spPr>
          <a:xfrm>
            <a:off x="360000" y="4320000"/>
            <a:ext cx="25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62500" lnSpcReduction="19999"/>
          </a:bodyPr>
          <a:lstStyle>
            <a:lvl1pPr indent="0" algn="l">
              <a:buNone/>
              <a:def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66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2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"/>
          <p:cNvGrpSpPr/>
          <p:nvPr/>
        </p:nvGrpSpPr>
        <p:grpSpPr>
          <a:xfrm>
            <a:off x="0" y="0"/>
            <a:ext cx="3240360" cy="5694480"/>
            <a:chOff x="0" y="0"/>
            <a:chExt cx="3240360" cy="5694480"/>
          </a:xfrm>
        </p:grpSpPr>
        <p:sp>
          <p:nvSpPr>
            <p:cNvPr id="18" name=""/>
            <p:cNvSpPr/>
            <p:nvPr/>
          </p:nvSpPr>
          <p:spPr>
            <a:xfrm>
              <a:off x="0" y="0"/>
              <a:ext cx="1851120" cy="1946880"/>
            </a:xfrm>
            <a:custGeom>
              <a:avLst/>
              <a:gdLst/>
              <a:ahLst/>
              <a:rect l="0" t="0" r="r" b="b"/>
              <a:pathLst>
                <a:path w="5142" h="5408">
                  <a:moveTo>
                    <a:pt x="3781" y="0"/>
                  </a:moveTo>
                  <a:lnTo>
                    <a:pt x="0" y="2467"/>
                  </a:lnTo>
                  <a:lnTo>
                    <a:pt x="0" y="5408"/>
                  </a:lnTo>
                  <a:lnTo>
                    <a:pt x="5142" y="2053"/>
                  </a:lnTo>
                  <a:lnTo>
                    <a:pt x="3802" y="0"/>
                  </a:lnTo>
                  <a:lnTo>
                    <a:pt x="3781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2327760"/>
              <a:ext cx="2012760" cy="2030760"/>
            </a:xfrm>
            <a:custGeom>
              <a:avLst/>
              <a:gdLst/>
              <a:ahLst/>
              <a:rect l="0" t="0" r="r" b="b"/>
              <a:pathLst>
                <a:path w="5591" h="5641">
                  <a:moveTo>
                    <a:pt x="4291" y="0"/>
                  </a:moveTo>
                  <a:lnTo>
                    <a:pt x="0" y="2799"/>
                  </a:lnTo>
                  <a:lnTo>
                    <a:pt x="0" y="5641"/>
                  </a:lnTo>
                  <a:lnTo>
                    <a:pt x="5591" y="1993"/>
                  </a:lnTo>
                  <a:lnTo>
                    <a:pt x="4291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0" y="200520"/>
              <a:ext cx="3193560" cy="3239280"/>
            </a:xfrm>
            <a:custGeom>
              <a:avLst/>
              <a:gdLst/>
              <a:ahLst/>
              <a:rect l="0" t="0" r="r" b="b"/>
              <a:pathLst>
                <a:path w="8871" h="8998">
                  <a:moveTo>
                    <a:pt x="6776" y="0"/>
                  </a:moveTo>
                  <a:lnTo>
                    <a:pt x="0" y="4422"/>
                  </a:lnTo>
                  <a:lnTo>
                    <a:pt x="0" y="8998"/>
                  </a:lnTo>
                  <a:lnTo>
                    <a:pt x="8871" y="3210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0" y="2680920"/>
              <a:ext cx="3240360" cy="2988360"/>
            </a:xfrm>
            <a:custGeom>
              <a:avLst/>
              <a:gdLst/>
              <a:ahLst/>
              <a:rect l="0" t="0" r="r" b="b"/>
              <a:pathLst>
                <a:path w="9001" h="8301">
                  <a:moveTo>
                    <a:pt x="7038" y="0"/>
                  </a:moveTo>
                  <a:lnTo>
                    <a:pt x="0" y="4602"/>
                  </a:lnTo>
                  <a:lnTo>
                    <a:pt x="0" y="8301"/>
                  </a:lnTo>
                  <a:lnTo>
                    <a:pt x="912" y="8301"/>
                  </a:lnTo>
                  <a:lnTo>
                    <a:pt x="9001" y="3013"/>
                  </a:lnTo>
                  <a:lnTo>
                    <a:pt x="7038" y="0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77560" y="4977000"/>
              <a:ext cx="1568160" cy="717480"/>
            </a:xfrm>
            <a:custGeom>
              <a:avLst/>
              <a:gdLst/>
              <a:ahLst/>
              <a:rect l="0" t="0" r="r" b="b"/>
              <a:pathLst>
                <a:path w="4356" h="1993">
                  <a:moveTo>
                    <a:pt x="3055" y="0"/>
                  </a:moveTo>
                  <a:lnTo>
                    <a:pt x="0" y="1993"/>
                  </a:lnTo>
                  <a:lnTo>
                    <a:pt x="4356" y="1993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0" y="0"/>
              <a:ext cx="1398960" cy="912960"/>
            </a:xfrm>
            <a:custGeom>
              <a:avLst/>
              <a:gdLst/>
              <a:ahLst/>
              <a:rect l="0" t="0" r="r" b="b"/>
              <a:pathLst>
                <a:path w="3886" h="2536">
                  <a:moveTo>
                    <a:pt x="0" y="0"/>
                  </a:moveTo>
                  <a:lnTo>
                    <a:pt x="0" y="2536"/>
                  </a:lnTo>
                  <a:lnTo>
                    <a:pt x="3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 rot="5400000">
            <a:off x="6570720" y="2272320"/>
            <a:ext cx="4950000" cy="112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ru-RU" sz="4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340000" y="360000"/>
            <a:ext cx="630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"/>
          <p:cNvGrpSpPr/>
          <p:nvPr/>
        </p:nvGrpSpPr>
        <p:grpSpPr>
          <a:xfrm>
            <a:off x="1190520" y="664200"/>
            <a:ext cx="2409840" cy="4373280"/>
            <a:chOff x="1190520" y="664200"/>
            <a:chExt cx="2409840" cy="4373280"/>
          </a:xfrm>
        </p:grpSpPr>
        <p:sp>
          <p:nvSpPr>
            <p:cNvPr id="27" name=""/>
            <p:cNvSpPr/>
            <p:nvPr/>
          </p:nvSpPr>
          <p:spPr>
            <a:xfrm>
              <a:off x="20772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19052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20772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119052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20772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19052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20772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119052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5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36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2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43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68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lstStyle>
            <a:lvl1pPr indent="0" algn="ctr">
              <a:buNone/>
              <a:defRPr lang="ru-RU" sz="48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8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8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6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50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6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57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296D4C6-1C35-466E-985E-227FFC314D5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69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71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72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CDDBE15A-4D99-4428-8DE2-4387BE4C2FC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80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82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83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435CB629-AC43-4B72-B0BE-51D76321CC5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91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97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98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4" name=""/>
          <p:cNvSpPr/>
          <p:nvPr/>
        </p:nvSpPr>
        <p:spPr>
          <a:xfrm>
            <a:off x="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"/>
          <p:cNvSpPr/>
          <p:nvPr/>
        </p:nvSpPr>
        <p:spPr>
          <a:xfrm>
            <a:off x="252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"/>
          <p:cNvSpPr/>
          <p:nvPr/>
        </p:nvSpPr>
        <p:spPr>
          <a:xfrm>
            <a:off x="504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"/>
          <p:cNvSpPr/>
          <p:nvPr/>
        </p:nvSpPr>
        <p:spPr>
          <a:xfrm>
            <a:off x="756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E6C1CCF4-346E-477A-A43A-B09BFEAD1EC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14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16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117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19" name=""/>
          <p:cNvSpPr/>
          <p:nvPr/>
        </p:nvSpPr>
        <p:spPr>
          <a:xfrm>
            <a:off x="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252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504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"/>
          <p:cNvSpPr/>
          <p:nvPr/>
        </p:nvSpPr>
        <p:spPr>
          <a:xfrm>
            <a:off x="756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B855639-9295-438F-B69E-8E0C332612F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129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35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136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40" name=""/>
          <p:cNvGrpSpPr/>
          <p:nvPr/>
        </p:nvGrpSpPr>
        <p:grpSpPr>
          <a:xfrm>
            <a:off x="6210000" y="664200"/>
            <a:ext cx="2423160" cy="4373280"/>
            <a:chOff x="6210000" y="664200"/>
            <a:chExt cx="2423160" cy="4373280"/>
          </a:xfrm>
        </p:grpSpPr>
        <p:sp>
          <p:nvSpPr>
            <p:cNvPr id="141" name=""/>
            <p:cNvSpPr/>
            <p:nvPr/>
          </p:nvSpPr>
          <p:spPr>
            <a:xfrm>
              <a:off x="71100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621000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71100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621000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71100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21000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71100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621000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lstStyle>
            <a:lvl1pPr indent="0" algn="ctr">
              <a:buNone/>
              <a:defRPr lang="ru-RU" sz="4800" b="1" u="none" strike="noStrike">
                <a:solidFill>
                  <a:srgbClr val="60C4E4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800" b="1" u="none" strike="noStrik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800" b="1" u="none" strike="noStrik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68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0" name=""/>
          <p:cNvSpPr/>
          <p:nvPr/>
        </p:nvSpPr>
        <p:spPr>
          <a:xfrm>
            <a:off x="4032000" y="0"/>
            <a:ext cx="6048360" cy="5670360"/>
          </a:xfrm>
          <a:custGeom>
            <a:avLst/>
            <a:gdLst/>
            <a:ahLst/>
            <a:rect l="0" t="0" r="r" b="b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6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173" name=""/>
          <p:cNvGrpSpPr/>
          <p:nvPr/>
        </p:nvGrpSpPr>
        <p:grpSpPr>
          <a:xfrm>
            <a:off x="4860000" y="468000"/>
            <a:ext cx="4752360" cy="4752360"/>
            <a:chOff x="4860000" y="468000"/>
            <a:chExt cx="4752360" cy="4752360"/>
          </a:xfrm>
        </p:grpSpPr>
        <p:sp>
          <p:nvSpPr>
            <p:cNvPr id="174" name=""/>
            <p:cNvSpPr/>
            <p:nvPr/>
          </p:nvSpPr>
          <p:spPr>
            <a:xfrm>
              <a:off x="486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514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6" name="PlaceHolder 3"/>
          <p:cNvSpPr>
            <a:spLocks noGrp="1"/>
          </p:cNvSpPr>
          <p:nvPr>
            <p:ph type="dt" idx="21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ftr" idx="22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sldNum" idx="23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90985B0-CFE0-43C6-8A9D-ACD710875E2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52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58" name=""/>
          <p:cNvSpPr/>
          <p:nvPr/>
        </p:nvSpPr>
        <p:spPr>
          <a:xfrm>
            <a:off x="4032000" y="0"/>
            <a:ext cx="6048360" cy="5670360"/>
          </a:xfrm>
          <a:custGeom>
            <a:avLst/>
            <a:gdLst/>
            <a:ahLst/>
            <a:rect l="0" t="0" r="r" b="b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6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161" name=""/>
          <p:cNvGrpSpPr/>
          <p:nvPr/>
        </p:nvGrpSpPr>
        <p:grpSpPr>
          <a:xfrm>
            <a:off x="4860000" y="468000"/>
            <a:ext cx="4752360" cy="4752360"/>
            <a:chOff x="4860000" y="468000"/>
            <a:chExt cx="4752360" cy="4752360"/>
          </a:xfrm>
        </p:grpSpPr>
        <p:sp>
          <p:nvSpPr>
            <p:cNvPr id="162" name=""/>
            <p:cNvSpPr/>
            <p:nvPr/>
          </p:nvSpPr>
          <p:spPr>
            <a:xfrm>
              <a:off x="486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514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4" name="PlaceHolder 3"/>
          <p:cNvSpPr>
            <a:spLocks noGrp="1"/>
          </p:cNvSpPr>
          <p:nvPr>
            <p:ph type="dt" idx="18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19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20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D3C5321F-0E38-42CB-8801-F08343DCB07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96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7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8" name=""/>
          <p:cNvSpPr/>
          <p:nvPr/>
        </p:nvSpPr>
        <p:spPr>
          <a:xfrm>
            <a:off x="0" y="1215000"/>
            <a:ext cx="3240360" cy="3240360"/>
          </a:xfrm>
          <a:custGeom>
            <a:avLst/>
            <a:gdLst/>
            <a:ahLst/>
            <a:rect l="0" t="0" r="r" b="b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2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20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grpSp>
        <p:nvGrpSpPr>
          <p:cNvPr id="201" name=""/>
          <p:cNvGrpSpPr/>
          <p:nvPr/>
        </p:nvGrpSpPr>
        <p:grpSpPr>
          <a:xfrm>
            <a:off x="180000" y="468000"/>
            <a:ext cx="4752360" cy="4752360"/>
            <a:chOff x="180000" y="468000"/>
            <a:chExt cx="4752360" cy="4752360"/>
          </a:xfrm>
        </p:grpSpPr>
        <p:sp>
          <p:nvSpPr>
            <p:cNvPr id="202" name=""/>
            <p:cNvSpPr/>
            <p:nvPr/>
          </p:nvSpPr>
          <p:spPr>
            <a:xfrm>
              <a:off x="18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46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04" name="PlaceHolder 3"/>
          <p:cNvSpPr>
            <a:spLocks noGrp="1"/>
          </p:cNvSpPr>
          <p:nvPr>
            <p:ph type="dt" idx="27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ftr" idx="28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sldNum" idx="29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7D665D0-EB59-4F06-BFA8-ED89CDB4F07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80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86" name=""/>
          <p:cNvSpPr/>
          <p:nvPr/>
        </p:nvSpPr>
        <p:spPr>
          <a:xfrm>
            <a:off x="0" y="1215000"/>
            <a:ext cx="3240360" cy="3240360"/>
          </a:xfrm>
          <a:custGeom>
            <a:avLst/>
            <a:gdLst/>
            <a:ahLst/>
            <a:rect l="0" t="0" r="r" b="b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2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20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grpSp>
        <p:nvGrpSpPr>
          <p:cNvPr id="189" name=""/>
          <p:cNvGrpSpPr/>
          <p:nvPr/>
        </p:nvGrpSpPr>
        <p:grpSpPr>
          <a:xfrm>
            <a:off x="180000" y="468000"/>
            <a:ext cx="4752360" cy="4752360"/>
            <a:chOff x="180000" y="468000"/>
            <a:chExt cx="4752360" cy="4752360"/>
          </a:xfrm>
        </p:grpSpPr>
        <p:sp>
          <p:nvSpPr>
            <p:cNvPr id="190" name=""/>
            <p:cNvSpPr/>
            <p:nvPr/>
          </p:nvSpPr>
          <p:spPr>
            <a:xfrm>
              <a:off x="18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>
              <a:off x="46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2" name="PlaceHolder 3"/>
          <p:cNvSpPr>
            <a:spLocks noGrp="1"/>
          </p:cNvSpPr>
          <p:nvPr>
            <p:ph type="dt" idx="24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ftr" idx="25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sldNum" idx="26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FBC4B87-4254-4A06-947A-D13F5ACA6FD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208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14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215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19" name=""/>
          <p:cNvGrpSpPr/>
          <p:nvPr/>
        </p:nvGrpSpPr>
        <p:grpSpPr>
          <a:xfrm>
            <a:off x="6210000" y="664200"/>
            <a:ext cx="2423160" cy="4373280"/>
            <a:chOff x="6210000" y="664200"/>
            <a:chExt cx="2423160" cy="4373280"/>
          </a:xfrm>
        </p:grpSpPr>
        <p:sp>
          <p:nvSpPr>
            <p:cNvPr id="220" name=""/>
            <p:cNvSpPr/>
            <p:nvPr/>
          </p:nvSpPr>
          <p:spPr>
            <a:xfrm>
              <a:off x="71100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621000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71100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621000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71100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621000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6" name=""/>
            <p:cNvSpPr/>
            <p:nvPr/>
          </p:nvSpPr>
          <p:spPr>
            <a:xfrm>
              <a:off x="71100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621000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lstStyle>
            <a:lvl1pPr indent="0" algn="ctr">
              <a:buNone/>
              <a:defRPr lang="ru-RU" sz="4800" b="1" u="none" strike="noStrike">
                <a:solidFill>
                  <a:srgbClr val="E54B8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800" b="1" u="none" strike="noStrike">
                <a:solidFill>
                  <a:srgbClr val="E54B89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800" b="1" u="none" strike="noStrike">
              <a:solidFill>
                <a:srgbClr val="E54B89"/>
              </a:solidFill>
              <a:effectLst/>
              <a:uFillTx/>
              <a:latin typeface="Noto San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231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37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238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44" name=""/>
          <p:cNvSpPr/>
          <p:nvPr/>
        </p:nvSpPr>
        <p:spPr>
          <a:xfrm>
            <a:off x="7269840" y="1080"/>
            <a:ext cx="2810160" cy="5669280"/>
          </a:xfrm>
          <a:custGeom>
            <a:avLst/>
            <a:gdLst/>
            <a:ahLst/>
            <a:rect l="0" t="0" r="r" b="b"/>
            <a:pathLst>
              <a:path w="7806" h="15748">
                <a:moveTo>
                  <a:pt x="7806" y="0"/>
                </a:moveTo>
                <a:cubicBezTo>
                  <a:pt x="3495" y="0"/>
                  <a:pt x="0" y="3495"/>
                  <a:pt x="0" y="7805"/>
                </a:cubicBezTo>
                <a:cubicBezTo>
                  <a:pt x="0" y="12115"/>
                  <a:pt x="3495" y="15748"/>
                  <a:pt x="7806" y="15748"/>
                </a:cubicBezTo>
                <a:cubicBezTo>
                  <a:pt x="7806" y="10499"/>
                  <a:pt x="7806" y="5249"/>
                  <a:pt x="7806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3600" b="1" u="none" strike="noStrike">
                <a:solidFill>
                  <a:srgbClr val="60C4E4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dt" idx="3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ftr" idx="3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 type="sldNum" idx="3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C6D6BBA-A688-4C5D-B7E7-07743F19223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ting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"/>
          <p:cNvGrpSpPr/>
          <p:nvPr/>
        </p:nvGrpSpPr>
        <p:grpSpPr>
          <a:xfrm>
            <a:off x="4710960" y="216000"/>
            <a:ext cx="659160" cy="80280"/>
            <a:chOff x="4710960" y="216000"/>
            <a:chExt cx="659160" cy="80280"/>
          </a:xfrm>
        </p:grpSpPr>
        <p:sp>
          <p:nvSpPr>
            <p:cNvPr id="2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dt" idx="3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ftr" idx="3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 type="sldNum" idx="3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9A1E122-9752-4F28-9DD5-61B57665E97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810000" y="1177985"/>
            <a:ext cx="8228960" cy="82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ru-RU" sz="4800" b="1">
                <a:solidFill>
                  <a:srgbClr val="000000"/>
                </a:solidFill>
              </a:rPr>
              <a:t>Кофейня «Точка кофе»</a:t>
            </a:r>
          </a:p>
        </p:txBody>
      </p:sp>
      <p:sp>
        <p:nvSpPr>
          <p:cNvPr id="261" name="PlaceHolder 2"/>
          <p:cNvSpPr>
            <a:spLocks noGrp="1"/>
          </p:cNvSpPr>
          <p:nvPr>
            <p:ph type="subTitle"/>
          </p:nvPr>
        </p:nvSpPr>
        <p:spPr>
          <a:xfrm>
            <a:off x="810000" y="2275265"/>
            <a:ext cx="8228960" cy="5156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ru-RU" sz="2800" b="0">
                <a:solidFill>
                  <a:srgbClr val="000000"/>
                </a:solidFill>
              </a:rPr>
              <a:t>План увеличения прибыли за 6 месяцев</a:t>
            </a:r>
          </a:p>
        </p:txBody>
      </p:sp>
      <p:sp>
        <p:nvSpPr>
          <p:cNvPr id="262" name="Сноска"/>
          <p:cNvSpPr>
            <a:spLocks noGrp="1"/>
          </p:cNvSpPr>
          <p:nvPr/>
        </p:nvSpPr>
        <p:spPr>
          <a:xfrm>
            <a:off x="453628" y="3023755"/>
            <a:ext cx="1649223" cy="21177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p>
            <a:pPr marL="0" indent="0" algn="l">
              <a:lnSpc>
                <a:spcPct val="100000"/>
              </a:lnSpc>
              <a:buNone/>
            </a:pPr>
            <a:r>
              <a:rPr lang="ru-RU" sz="1150" b="0" cap="none" spc="0">
                <a:solidFill>
                  <a:srgbClr val="000000"/>
                </a:solidFill>
                <a:latin typeface="Noto Sans"/>
              </a:rPr>
              <a:t>Все цифры условные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Candy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2026-09-27T15:01:10Z</dcterms:created>
  <dc:creator/>
  <dc:description>
               Candy - LibreOffice Impress Template
by Ermin D. Alita, Annisa Aulia Rasyidah, Laila Muhdi, Cahyaning Asih, and @li_Orch
This template is made as an answer to Indonesian LibreOffice Community and
Gimpscape ID's call-to-arms to contribute to the 10th anniversary of
LibreOffice celebration.
This work is licensed under the Creative Commons Attribution-ShareAlike 4.0 International License
by Ermin D. Alita, Annisa Aulia Rasyidah, Laila Muhdi, Cahyaning Asih, and @li_Orch.
To view a copy of this license, visit https://creativecommons.org/licenses/by-sa/4.0/legalcode
or send a letter to Creative Commons,
PO Box 1866, Mountain View, CA 94042, USA.
Credit: @lken__ @menddelingding_ @ealita.id @li_orch @cahyaning_asih
Bidadari Gimpscape
Slide 8: Illustration by Falia Vicky
Slide 9: Illustration by Muhammad Aria
    </dc:description>
  <dc:language>ru-RU</dc:language>
  <cp:lastModifiedBy/>
  <cp:revision>1</cp:revision>
  <dc:subject/>
  <dc:title>Candy</dc:title>
</cp:coreProperties>
</file>