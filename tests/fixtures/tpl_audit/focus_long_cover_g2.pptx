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60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7" Type="http://schemas.openxmlformats.org/officeDocument/2006/relationships/presProps" Target="presProps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Главная цель: увеличить ежемесячную операционную прибыль со 120 000 до 255 000 рублей.</a:t>
            </a:r>
          </a:p>
          <a:p>
            <a:r>
              <a:t>Цель: увеличить ежемесячную операционную прибыль со 120 000 до 255 000 рублей</a:t>
            </a:r>
          </a:p>
          <a:p>
            <a:r>
              <a:t>[verstka:sl1]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860360" cy="2880360"/>
          </a:xfrm>
          <a:custGeom>
            <a:avLst/>
            <a:gdLst/>
            <a:ahLst/>
            <a:rect l="0" t="0" r="r" b="b"/>
            <a:pathLst>
              <a:path w="13501" h="8001">
                <a:moveTo>
                  <a:pt x="0" y="0"/>
                </a:moveTo>
                <a:lnTo>
                  <a:pt x="0" y="500"/>
                </a:lnTo>
                <a:lnTo>
                  <a:pt x="10405" y="8001"/>
                </a:lnTo>
                <a:lnTo>
                  <a:pt x="13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" name=""/>
          <p:cNvSpPr/>
          <p:nvPr/>
        </p:nvSpPr>
        <p:spPr>
          <a:xfrm>
            <a:off x="4320000" y="0"/>
            <a:ext cx="5760360" cy="2160360"/>
          </a:xfrm>
          <a:custGeom>
            <a:avLst/>
            <a:gdLst/>
            <a:ahLst/>
            <a:rect l="0" t="0" r="r" b="b"/>
            <a:pathLst>
              <a:path w="16001" h="6001">
                <a:moveTo>
                  <a:pt x="16001" y="0"/>
                </a:moveTo>
                <a:lnTo>
                  <a:pt x="2500" y="0"/>
                </a:lnTo>
                <a:lnTo>
                  <a:pt x="0" y="6001"/>
                </a:lnTo>
                <a:lnTo>
                  <a:pt x="16001" y="2500"/>
                </a:lnTo>
                <a:lnTo>
                  <a:pt x="16001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" name=""/>
          <p:cNvSpPr/>
          <p:nvPr/>
        </p:nvSpPr>
        <p:spPr>
          <a:xfrm>
            <a:off x="5580000" y="1260000"/>
            <a:ext cx="4500360" cy="3780360"/>
          </a:xfrm>
          <a:custGeom>
            <a:avLst/>
            <a:gdLst/>
            <a:ahLst/>
            <a:rect l="0" t="0" r="r" b="b"/>
            <a:pathLst>
              <a:path w="12501" h="10501">
                <a:moveTo>
                  <a:pt x="12501" y="10501"/>
                </a:moveTo>
                <a:lnTo>
                  <a:pt x="12501" y="0"/>
                </a:lnTo>
                <a:lnTo>
                  <a:pt x="0" y="2500"/>
                </a:lnTo>
                <a:lnTo>
                  <a:pt x="12501" y="10501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" name=""/>
          <p:cNvSpPr/>
          <p:nvPr/>
        </p:nvSpPr>
        <p:spPr>
          <a:xfrm>
            <a:off x="5580000" y="3060000"/>
            <a:ext cx="4500360" cy="2610360"/>
          </a:xfrm>
          <a:custGeom>
            <a:avLst/>
            <a:gdLst/>
            <a:ahLst/>
            <a:rect l="0" t="0" r="r" b="b"/>
            <a:pathLst>
              <a:path w="12501" h="7251">
                <a:moveTo>
                  <a:pt x="12501" y="7251"/>
                </a:moveTo>
                <a:lnTo>
                  <a:pt x="12501" y="6501"/>
                </a:lnTo>
                <a:lnTo>
                  <a:pt x="2000" y="0"/>
                </a:lnTo>
                <a:lnTo>
                  <a:pt x="0" y="7251"/>
                </a:lnTo>
                <a:lnTo>
                  <a:pt x="12501" y="7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6" name=""/>
          <p:cNvSpPr/>
          <p:nvPr/>
        </p:nvSpPr>
        <p:spPr>
          <a:xfrm>
            <a:off x="0" y="3762000"/>
            <a:ext cx="5760360" cy="1908360"/>
          </a:xfrm>
          <a:custGeom>
            <a:avLst/>
            <a:gdLst/>
            <a:ahLst/>
            <a:rect l="0" t="0" r="r" b="b"/>
            <a:pathLst>
              <a:path w="16001" h="5301">
                <a:moveTo>
                  <a:pt x="0" y="5301"/>
                </a:moveTo>
                <a:lnTo>
                  <a:pt x="14501" y="5301"/>
                </a:lnTo>
                <a:lnTo>
                  <a:pt x="16001" y="0"/>
                </a:lnTo>
                <a:lnTo>
                  <a:pt x="0" y="2546"/>
                </a:lnTo>
                <a:lnTo>
                  <a:pt x="0" y="530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7" name=""/>
          <p:cNvSpPr/>
          <p:nvPr/>
        </p:nvSpPr>
        <p:spPr>
          <a:xfrm>
            <a:off x="0" y="540000"/>
            <a:ext cx="4320360" cy="3780360"/>
          </a:xfrm>
          <a:custGeom>
            <a:avLst/>
            <a:gdLst/>
            <a:ahLst/>
            <a:rect l="0" t="0" r="r" b="b"/>
            <a:pathLst>
              <a:path w="12001" h="10501">
                <a:moveTo>
                  <a:pt x="0" y="0"/>
                </a:moveTo>
                <a:lnTo>
                  <a:pt x="0" y="10501"/>
                </a:lnTo>
                <a:lnTo>
                  <a:pt x="12001" y="850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&lt;footer&gt;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6CB51730-7555-4AC4-972C-35C14FC9F707}" type="slidenum"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3780000" y="1980000"/>
            <a:ext cx="252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indent="0" algn="ctr">
              <a:spcAft>
                <a:spcPts val="1060"/>
              </a:spcAft>
              <a:def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1pPr>
            <a:lvl2pPr lvl="1" indent="0" algn="ctr">
              <a:spcAft>
                <a:spcPts val="848"/>
              </a:spcAft>
              <a:def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2pPr>
            <a:lvl3pPr lvl="2" indent="0" algn="ctr">
              <a:spcAft>
                <a:spcPts val="635"/>
              </a:spcAft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3pPr>
            <a:lvl4pPr lvl="3" indent="0" algn="ctr">
              <a:spcAft>
                <a:spcPts val="422"/>
              </a:spcAft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4pPr>
            <a:lvl5pPr lvl="4" indent="0" algn="ctr">
              <a:spcAft>
                <a:spcPts val="213"/>
              </a:spcAft>
              <a:def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5pPr>
            <a:lvl6pPr lvl="5" indent="0" algn="ctr">
              <a:spcAft>
                <a:spcPts val="213"/>
              </a:spcAft>
              <a:def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6pPr>
            <a:lvl7pPr lvl="6" indent="0" algn="ctr">
              <a:spcAft>
                <a:spcPts val="213"/>
              </a:spcAft>
              <a:def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7pPr>
          </a:lstStyle>
          <a:p>
            <a:pPr indent="0" algn="ctr">
              <a:spcAft>
                <a:spcPts val="1060"/>
              </a:spcAft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indent="0" algn="ctr">
              <a:spcAft>
                <a:spcPts val="848"/>
              </a:spcAft>
            </a:pPr>
            <a:r>
              <a: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lang="ru-RU" sz="22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indent="0" algn="ctr">
              <a:spcAft>
                <a:spcPts val="635"/>
              </a:spcAft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indent="0" algn="ctr">
              <a:spcAft>
                <a:spcPts val="422"/>
              </a:spcAft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indent="0" algn="ctr">
              <a:spcAft>
                <a:spcPts val="213"/>
              </a:spcAft>
            </a:pPr>
            <a:r>
              <a: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lang="ru-RU" sz="16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indent="0" algn="ctr">
              <a:spcAft>
                <a:spcPts val="213"/>
              </a:spcAft>
            </a:pPr>
            <a:r>
              <a: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lang="ru-RU" sz="1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indent="0" algn="ctr">
              <a:spcAft>
                <a:spcPts val="213"/>
              </a:spcAft>
            </a:pPr>
            <a:r>
              <a: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lang="ru-RU" sz="1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title"/>
          </p:nvPr>
        </p:nvSpPr>
        <p:spPr>
          <a:xfrm>
            <a:off x="540000" y="180000"/>
            <a:ext cx="396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200" b="0" u="none" strike="noStrike">
                <a:solidFill>
                  <a:srgbClr val="FFFFFF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Click to edit the title text format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4860360" cy="2880360"/>
          </a:xfrm>
          <a:custGeom>
            <a:avLst/>
            <a:gdLst/>
            <a:ahLst/>
            <a:rect l="0" t="0" r="r" b="b"/>
            <a:pathLst>
              <a:path w="13501" h="8001">
                <a:moveTo>
                  <a:pt x="0" y="0"/>
                </a:moveTo>
                <a:lnTo>
                  <a:pt x="0" y="500"/>
                </a:lnTo>
                <a:lnTo>
                  <a:pt x="10405" y="8001"/>
                </a:lnTo>
                <a:lnTo>
                  <a:pt x="13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4" name=""/>
          <p:cNvSpPr/>
          <p:nvPr/>
        </p:nvSpPr>
        <p:spPr>
          <a:xfrm>
            <a:off x="4320000" y="0"/>
            <a:ext cx="5760360" cy="2160360"/>
          </a:xfrm>
          <a:custGeom>
            <a:avLst/>
            <a:gdLst/>
            <a:ahLst/>
            <a:rect l="0" t="0" r="r" b="b"/>
            <a:pathLst>
              <a:path w="16001" h="6001">
                <a:moveTo>
                  <a:pt x="16001" y="0"/>
                </a:moveTo>
                <a:lnTo>
                  <a:pt x="2500" y="0"/>
                </a:lnTo>
                <a:lnTo>
                  <a:pt x="0" y="6001"/>
                </a:lnTo>
                <a:lnTo>
                  <a:pt x="16001" y="2500"/>
                </a:lnTo>
                <a:lnTo>
                  <a:pt x="16001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5" name=""/>
          <p:cNvSpPr/>
          <p:nvPr/>
        </p:nvSpPr>
        <p:spPr>
          <a:xfrm>
            <a:off x="5580000" y="1260000"/>
            <a:ext cx="4500360" cy="3780360"/>
          </a:xfrm>
          <a:custGeom>
            <a:avLst/>
            <a:gdLst/>
            <a:ahLst/>
            <a:rect l="0" t="0" r="r" b="b"/>
            <a:pathLst>
              <a:path w="12501" h="10501">
                <a:moveTo>
                  <a:pt x="12501" y="10501"/>
                </a:moveTo>
                <a:lnTo>
                  <a:pt x="12501" y="0"/>
                </a:lnTo>
                <a:lnTo>
                  <a:pt x="0" y="2500"/>
                </a:lnTo>
                <a:lnTo>
                  <a:pt x="12501" y="10501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6" name=""/>
          <p:cNvSpPr/>
          <p:nvPr/>
        </p:nvSpPr>
        <p:spPr>
          <a:xfrm>
            <a:off x="5580000" y="3060000"/>
            <a:ext cx="4500360" cy="2610360"/>
          </a:xfrm>
          <a:custGeom>
            <a:avLst/>
            <a:gdLst/>
            <a:ahLst/>
            <a:rect l="0" t="0" r="r" b="b"/>
            <a:pathLst>
              <a:path w="12501" h="7251">
                <a:moveTo>
                  <a:pt x="12501" y="7251"/>
                </a:moveTo>
                <a:lnTo>
                  <a:pt x="12501" y="6501"/>
                </a:lnTo>
                <a:lnTo>
                  <a:pt x="2000" y="0"/>
                </a:lnTo>
                <a:lnTo>
                  <a:pt x="0" y="7251"/>
                </a:lnTo>
                <a:lnTo>
                  <a:pt x="12501" y="7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7" name=""/>
          <p:cNvSpPr/>
          <p:nvPr/>
        </p:nvSpPr>
        <p:spPr>
          <a:xfrm>
            <a:off x="0" y="3762000"/>
            <a:ext cx="5760360" cy="1908360"/>
          </a:xfrm>
          <a:custGeom>
            <a:avLst/>
            <a:gdLst/>
            <a:ahLst/>
            <a:rect l="0" t="0" r="r" b="b"/>
            <a:pathLst>
              <a:path w="16001" h="5301">
                <a:moveTo>
                  <a:pt x="0" y="5301"/>
                </a:moveTo>
                <a:lnTo>
                  <a:pt x="14501" y="5301"/>
                </a:lnTo>
                <a:lnTo>
                  <a:pt x="16001" y="0"/>
                </a:lnTo>
                <a:lnTo>
                  <a:pt x="0" y="2546"/>
                </a:lnTo>
                <a:lnTo>
                  <a:pt x="0" y="530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8" name=""/>
          <p:cNvSpPr/>
          <p:nvPr/>
        </p:nvSpPr>
        <p:spPr>
          <a:xfrm>
            <a:off x="0" y="540000"/>
            <a:ext cx="4320360" cy="3780360"/>
          </a:xfrm>
          <a:custGeom>
            <a:avLst/>
            <a:gdLst/>
            <a:ahLst/>
            <a:rect l="0" t="0" r="r" b="b"/>
            <a:pathLst>
              <a:path w="12001" h="10501">
                <a:moveTo>
                  <a:pt x="0" y="0"/>
                </a:moveTo>
                <a:lnTo>
                  <a:pt x="0" y="10501"/>
                </a:lnTo>
                <a:lnTo>
                  <a:pt x="12001" y="850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&lt;footer&gt;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63981F57-F37A-4285-A151-D71A31C269AF}" type="slidenum"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3780000" y="1980000"/>
            <a:ext cx="2520000" cy="18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indent="0" algn="ctr">
              <a:spcAft>
                <a:spcPts val="1060"/>
              </a:spcAft>
              <a:def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1pPr>
            <a:lvl2pPr lvl="1" indent="0" algn="ctr">
              <a:spcAft>
                <a:spcPts val="848"/>
              </a:spcAft>
              <a:def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2pPr>
            <a:lvl3pPr lvl="2" indent="0" algn="ctr">
              <a:spcAft>
                <a:spcPts val="635"/>
              </a:spcAft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3pPr>
            <a:lvl4pPr lvl="3" indent="0" algn="ctr">
              <a:spcAft>
                <a:spcPts val="422"/>
              </a:spcAft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4pPr>
            <a:lvl5pPr lvl="4" indent="0" algn="ctr">
              <a:spcAft>
                <a:spcPts val="213"/>
              </a:spcAft>
              <a:def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5pPr>
            <a:lvl6pPr lvl="5" indent="0" algn="ctr">
              <a:spcAft>
                <a:spcPts val="213"/>
              </a:spcAft>
              <a:def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6pPr>
            <a:lvl7pPr lvl="6" indent="0" algn="ctr">
              <a:spcAft>
                <a:spcPts val="213"/>
              </a:spcAft>
              <a:def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7pPr>
          </a:lstStyle>
          <a:p>
            <a:pPr indent="0" algn="ctr">
              <a:spcAft>
                <a:spcPts val="1060"/>
              </a:spcAft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1" indent="0" algn="ctr">
              <a:spcAft>
                <a:spcPts val="848"/>
              </a:spcAft>
            </a:pPr>
            <a:r>
              <a: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lang="ru-RU" sz="22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2" indent="0" algn="ctr">
              <a:spcAft>
                <a:spcPts val="635"/>
              </a:spcAft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3" indent="0" algn="ctr">
              <a:spcAft>
                <a:spcPts val="422"/>
              </a:spcAft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4" indent="0" algn="ctr">
              <a:spcAft>
                <a:spcPts val="213"/>
              </a:spcAft>
            </a:pPr>
            <a:r>
              <a: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lang="ru-RU" sz="16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5" indent="0" algn="ctr">
              <a:spcAft>
                <a:spcPts val="213"/>
              </a:spcAft>
            </a:pPr>
            <a:r>
              <a: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lang="ru-RU" sz="1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lvl="6" indent="0" algn="ctr">
              <a:spcAft>
                <a:spcPts val="213"/>
              </a:spcAft>
            </a:pPr>
            <a:r>
              <a:rPr lang="ru-RU" sz="1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lang="ru-RU" sz="1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title"/>
          </p:nvPr>
        </p:nvSpPr>
        <p:spPr>
          <a:xfrm>
            <a:off x="540000" y="180000"/>
            <a:ext cx="396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200" b="0" u="none" strike="noStrike">
                <a:solidFill>
                  <a:srgbClr val="FFFFFF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3200" b="0" u="none" strike="noStrike">
                <a:solidFill>
                  <a:srgbClr val="FFFFFF"/>
                </a:solidFill>
                <a:effectLst/>
                <a:uFillTx/>
                <a:latin typeface="DejaVu Sans"/>
              </a:rPr>
              <a:t>Click to edit the title text format</a:t>
            </a:r>
            <a:endParaRPr lang="ru-RU" sz="32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0" y="0"/>
            <a:ext cx="3276360" cy="3240360"/>
          </a:xfrm>
          <a:custGeom>
            <a:avLst/>
            <a:gdLst/>
            <a:ahLst/>
            <a:rect l="0" t="0" r="r" b="b"/>
            <a:pathLst>
              <a:path w="9101" h="9001">
                <a:moveTo>
                  <a:pt x="0" y="0"/>
                </a:moveTo>
                <a:lnTo>
                  <a:pt x="9101" y="0"/>
                </a:lnTo>
                <a:lnTo>
                  <a:pt x="6101" y="9001"/>
                </a:lnTo>
                <a:lnTo>
                  <a:pt x="0" y="4501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5" name=""/>
          <p:cNvSpPr/>
          <p:nvPr/>
        </p:nvSpPr>
        <p:spPr>
          <a:xfrm>
            <a:off x="3240000" y="0"/>
            <a:ext cx="5400360" cy="1080360"/>
          </a:xfrm>
          <a:custGeom>
            <a:avLst/>
            <a:gdLst/>
            <a:ahLst/>
            <a:rect l="0" t="0" r="r" b="b"/>
            <a:pathLst>
              <a:path w="15001" h="3001">
                <a:moveTo>
                  <a:pt x="1000" y="0"/>
                </a:moveTo>
                <a:lnTo>
                  <a:pt x="0" y="3001"/>
                </a:lnTo>
                <a:lnTo>
                  <a:pt x="15001" y="0"/>
                </a:lnTo>
                <a:lnTo>
                  <a:pt x="10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6" name=""/>
          <p:cNvSpPr/>
          <p:nvPr/>
        </p:nvSpPr>
        <p:spPr>
          <a:xfrm>
            <a:off x="6120000" y="0"/>
            <a:ext cx="3960360" cy="3780360"/>
          </a:xfrm>
          <a:custGeom>
            <a:avLst/>
            <a:gdLst/>
            <a:ahLst/>
            <a:rect l="0" t="0" r="r" b="b"/>
            <a:pathLst>
              <a:path w="11001" h="10501">
                <a:moveTo>
                  <a:pt x="11001" y="0"/>
                </a:moveTo>
                <a:lnTo>
                  <a:pt x="0" y="2500"/>
                </a:lnTo>
                <a:lnTo>
                  <a:pt x="11001" y="10501"/>
                </a:lnTo>
                <a:lnTo>
                  <a:pt x="110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7" name=""/>
          <p:cNvSpPr/>
          <p:nvPr/>
        </p:nvSpPr>
        <p:spPr>
          <a:xfrm>
            <a:off x="6840000" y="2520000"/>
            <a:ext cx="3240360" cy="3150360"/>
          </a:xfrm>
          <a:custGeom>
            <a:avLst/>
            <a:gdLst/>
            <a:ahLst/>
            <a:rect l="0" t="0" r="r" b="b"/>
            <a:pathLst>
              <a:path w="9001" h="8751">
                <a:moveTo>
                  <a:pt x="9001" y="4501"/>
                </a:moveTo>
                <a:lnTo>
                  <a:pt x="3000" y="0"/>
                </a:lnTo>
                <a:lnTo>
                  <a:pt x="0" y="8751"/>
                </a:lnTo>
                <a:lnTo>
                  <a:pt x="9001" y="8751"/>
                </a:lnTo>
                <a:lnTo>
                  <a:pt x="9001" y="450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8" name=""/>
          <p:cNvSpPr/>
          <p:nvPr/>
        </p:nvSpPr>
        <p:spPr>
          <a:xfrm>
            <a:off x="1800000" y="4500000"/>
            <a:ext cx="5040360" cy="1170360"/>
          </a:xfrm>
          <a:custGeom>
            <a:avLst/>
            <a:gdLst/>
            <a:ahLst/>
            <a:rect l="0" t="0" r="r" b="b"/>
            <a:pathLst>
              <a:path w="14001" h="3251">
                <a:moveTo>
                  <a:pt x="0" y="3251"/>
                </a:moveTo>
                <a:lnTo>
                  <a:pt x="13001" y="3251"/>
                </a:lnTo>
                <a:lnTo>
                  <a:pt x="14001" y="0"/>
                </a:lnTo>
                <a:lnTo>
                  <a:pt x="0" y="325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29" name=""/>
          <p:cNvSpPr/>
          <p:nvPr/>
        </p:nvSpPr>
        <p:spPr>
          <a:xfrm>
            <a:off x="0" y="2160000"/>
            <a:ext cx="3996360" cy="3510360"/>
          </a:xfrm>
          <a:custGeom>
            <a:avLst/>
            <a:gdLst/>
            <a:ahLst/>
            <a:rect l="0" t="0" r="r" b="b"/>
            <a:pathLst>
              <a:path w="11101" h="9751">
                <a:moveTo>
                  <a:pt x="0" y="9751"/>
                </a:moveTo>
                <a:lnTo>
                  <a:pt x="1602" y="9751"/>
                </a:lnTo>
                <a:lnTo>
                  <a:pt x="11101" y="7440"/>
                </a:lnTo>
                <a:lnTo>
                  <a:pt x="0" y="0"/>
                </a:lnTo>
                <a:lnTo>
                  <a:pt x="0" y="9751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&lt;footer&gt;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A4053EED-3ABC-4304-8058-9F894CD13313}" type="slidenum"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title"/>
          </p:nvPr>
        </p:nvSpPr>
        <p:spPr>
          <a:xfrm>
            <a:off x="2880000" y="90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rPr>
              <a:t>Click to edit the title text format</a:t>
            </a:r>
            <a:endParaRPr lang="ru-RU" sz="3200" b="0" u="none" strike="noStrik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2880000" y="2160000"/>
            <a:ext cx="4320000" cy="25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1pPr>
            <a:lvl2pPr lvl="1" algn="l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2pPr>
            <a:lvl3pPr lvl="2" algn="l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3pPr>
            <a:lvl4pPr lvl="3" algn="l">
              <a:spcAft>
                <a:spcPts val="422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4pPr>
            <a:lvl5pPr lvl="4" algn="l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5pPr>
            <a:lvl6pPr lvl="5" algn="l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6pPr>
            <a:lvl7pPr lvl="6" algn="l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7pPr>
          </a:lstStyle>
          <a:p>
            <a:pPr marL="432000" indent="-324000" algn="l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864000" lvl="1" indent="-324000" algn="l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lang="ru-RU" sz="22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728000" lvl="3" indent="-216000" algn="l">
              <a:spcAft>
                <a:spcPts val="422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160000" lvl="4" indent="-216000" algn="l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592000" lvl="5" indent="-216000" algn="l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3024000" lvl="6" indent="-216000" algn="l">
              <a:spcAft>
                <a:spcPts val="21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>
            <a:off x="0" y="0"/>
            <a:ext cx="1980360" cy="3420360"/>
          </a:xfrm>
          <a:custGeom>
            <a:avLst/>
            <a:gdLst/>
            <a:ahLst/>
            <a:rect l="0" t="0" r="r" b="b"/>
            <a:pathLst>
              <a:path w="5501" h="9501">
                <a:moveTo>
                  <a:pt x="0" y="0"/>
                </a:moveTo>
                <a:lnTo>
                  <a:pt x="0" y="8001"/>
                </a:lnTo>
                <a:lnTo>
                  <a:pt x="2500" y="9501"/>
                </a:lnTo>
                <a:lnTo>
                  <a:pt x="5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6" name=""/>
          <p:cNvSpPr/>
          <p:nvPr/>
        </p:nvSpPr>
        <p:spPr>
          <a:xfrm>
            <a:off x="2340000" y="0"/>
            <a:ext cx="1980360" cy="360360"/>
          </a:xfrm>
          <a:custGeom>
            <a:avLst/>
            <a:gdLst/>
            <a:ahLst/>
            <a:rect l="0" t="0" r="r" b="b"/>
            <a:pathLst>
              <a:path w="5501" h="1001">
                <a:moveTo>
                  <a:pt x="500" y="0"/>
                </a:moveTo>
                <a:lnTo>
                  <a:pt x="0" y="1001"/>
                </a:lnTo>
                <a:lnTo>
                  <a:pt x="5501" y="0"/>
                </a:lnTo>
                <a:lnTo>
                  <a:pt x="500" y="0"/>
                </a:lnTo>
                <a:close/>
              </a:path>
            </a:pathLst>
          </a:custGeom>
          <a:solidFill>
            <a:srgbClr val="EA75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7" name=""/>
          <p:cNvSpPr/>
          <p:nvPr/>
        </p:nvSpPr>
        <p:spPr>
          <a:xfrm>
            <a:off x="6480000" y="0"/>
            <a:ext cx="3600360" cy="2700360"/>
          </a:xfrm>
          <a:custGeom>
            <a:avLst/>
            <a:gdLst/>
            <a:ahLst/>
            <a:rect l="0" t="0" r="r" b="b"/>
            <a:pathLst>
              <a:path w="10001" h="7501">
                <a:moveTo>
                  <a:pt x="10001" y="0"/>
                </a:moveTo>
                <a:lnTo>
                  <a:pt x="1000" y="0"/>
                </a:lnTo>
                <a:lnTo>
                  <a:pt x="0" y="500"/>
                </a:lnTo>
                <a:lnTo>
                  <a:pt x="10001" y="7501"/>
                </a:lnTo>
                <a:lnTo>
                  <a:pt x="100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8" name=""/>
          <p:cNvSpPr/>
          <p:nvPr/>
        </p:nvSpPr>
        <p:spPr>
          <a:xfrm>
            <a:off x="8100000" y="2340000"/>
            <a:ext cx="1980360" cy="3330360"/>
          </a:xfrm>
          <a:custGeom>
            <a:avLst/>
            <a:gdLst/>
            <a:ahLst/>
            <a:rect l="0" t="0" r="r" b="b"/>
            <a:pathLst>
              <a:path w="5501" h="9251">
                <a:moveTo>
                  <a:pt x="5501" y="9251"/>
                </a:moveTo>
                <a:lnTo>
                  <a:pt x="5501" y="2000"/>
                </a:lnTo>
                <a:lnTo>
                  <a:pt x="3001" y="0"/>
                </a:lnTo>
                <a:lnTo>
                  <a:pt x="0" y="9251"/>
                </a:lnTo>
                <a:lnTo>
                  <a:pt x="5501" y="92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39" name=""/>
          <p:cNvSpPr/>
          <p:nvPr/>
        </p:nvSpPr>
        <p:spPr>
          <a:xfrm>
            <a:off x="5940000" y="5220000"/>
            <a:ext cx="1800000" cy="450360"/>
          </a:xfrm>
          <a:custGeom>
            <a:avLst/>
            <a:gdLst/>
            <a:ahLst/>
            <a:rect l="0" t="0" r="r" b="b"/>
            <a:pathLst>
              <a:path w="5000" h="1251">
                <a:moveTo>
                  <a:pt x="4500" y="1251"/>
                </a:moveTo>
                <a:lnTo>
                  <a:pt x="5000" y="0"/>
                </a:lnTo>
                <a:lnTo>
                  <a:pt x="0" y="1251"/>
                </a:lnTo>
                <a:lnTo>
                  <a:pt x="4500" y="1251"/>
                </a:lnTo>
                <a:close/>
              </a:path>
            </a:pathLst>
          </a:custGeom>
          <a:solidFill>
            <a:srgbClr val="3465A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0" name=""/>
          <p:cNvSpPr/>
          <p:nvPr/>
        </p:nvSpPr>
        <p:spPr>
          <a:xfrm>
            <a:off x="0" y="3240000"/>
            <a:ext cx="3240360" cy="2430360"/>
          </a:xfrm>
          <a:custGeom>
            <a:avLst/>
            <a:gdLst/>
            <a:ahLst/>
            <a:rect l="0" t="0" r="r" b="b"/>
            <a:pathLst>
              <a:path w="9001" h="6751">
                <a:moveTo>
                  <a:pt x="0" y="0"/>
                </a:moveTo>
                <a:lnTo>
                  <a:pt x="0" y="6751"/>
                </a:lnTo>
                <a:lnTo>
                  <a:pt x="9001" y="675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800000" y="360000"/>
            <a:ext cx="648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rPr>
              <a:t>Click to edit the title text format</a:t>
            </a:r>
            <a:endParaRPr lang="ru-RU" sz="3200" b="0" u="none" strike="noStrik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1800000" y="1440000"/>
            <a:ext cx="648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1pPr>
            <a:lvl2pPr lvl="1" algn="l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2pPr>
            <a:lvl3pPr lvl="2" algn="l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3pPr>
            <a:lvl4pPr lvl="3" algn="l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4pPr>
            <a:lvl5pPr lvl="4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5pPr>
            <a:lvl6pPr lvl="5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6pPr>
            <a:lvl7pPr lvl="6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7pPr>
          </a:lstStyle>
          <a:p>
            <a:pPr marL="432000" indent="-324000" algn="l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864000" lvl="1" indent="-324000" algn="l">
              <a:spcAft>
                <a:spcPts val="848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lang="ru-RU" sz="22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728000" lvl="3" indent="-216000" algn="l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160000" lvl="4" indent="-216000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lang="ru-RU" sz="16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592000" lvl="5" indent="-216000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lang="ru-RU" sz="16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3024000" lvl="6" indent="-216000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lang="ru-RU" sz="16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10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11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808080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808080"/>
                </a:solidFill>
                <a:effectLst/>
                <a:uFillTx/>
                <a:latin typeface="DejaVu Sans"/>
              </a:rPr>
              <a:t>&lt;footer&gt;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12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5956110B-18D5-46CC-9809-B9AD43CAB7C6}" type="slidenum"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0"/>
            <a:ext cx="1080360" cy="3420360"/>
          </a:xfrm>
          <a:custGeom>
            <a:avLst/>
            <a:gdLst/>
            <a:ahLst/>
            <a:rect l="0" t="0" r="r" b="b"/>
            <a:pathLst>
              <a:path w="3001" h="9501">
                <a:moveTo>
                  <a:pt x="0" y="0"/>
                </a:moveTo>
                <a:lnTo>
                  <a:pt x="0" y="9501"/>
                </a:lnTo>
                <a:lnTo>
                  <a:pt x="30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10D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7" name=""/>
          <p:cNvSpPr/>
          <p:nvPr/>
        </p:nvSpPr>
        <p:spPr>
          <a:xfrm>
            <a:off x="7740000" y="0"/>
            <a:ext cx="2340360" cy="1620360"/>
          </a:xfrm>
          <a:custGeom>
            <a:avLst/>
            <a:gdLst/>
            <a:ahLst/>
            <a:rect l="0" t="0" r="r" b="b"/>
            <a:pathLst>
              <a:path w="6501" h="4501">
                <a:moveTo>
                  <a:pt x="6501" y="0"/>
                </a:moveTo>
                <a:lnTo>
                  <a:pt x="0" y="0"/>
                </a:lnTo>
                <a:lnTo>
                  <a:pt x="6501" y="4501"/>
                </a:lnTo>
                <a:lnTo>
                  <a:pt x="6501" y="0"/>
                </a:lnTo>
                <a:close/>
              </a:path>
            </a:pathLst>
          </a:custGeom>
          <a:solidFill>
            <a:srgbClr val="E8A20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8" name=""/>
          <p:cNvSpPr/>
          <p:nvPr/>
        </p:nvSpPr>
        <p:spPr>
          <a:xfrm>
            <a:off x="9000000" y="2520000"/>
            <a:ext cx="1080360" cy="3150360"/>
          </a:xfrm>
          <a:custGeom>
            <a:avLst/>
            <a:gdLst/>
            <a:ahLst/>
            <a:rect l="0" t="0" r="r" b="b"/>
            <a:pathLst>
              <a:path w="3001" h="8751">
                <a:moveTo>
                  <a:pt x="3001" y="8751"/>
                </a:moveTo>
                <a:lnTo>
                  <a:pt x="3001" y="0"/>
                </a:lnTo>
                <a:lnTo>
                  <a:pt x="0" y="8751"/>
                </a:lnTo>
                <a:lnTo>
                  <a:pt x="3001" y="8751"/>
                </a:lnTo>
                <a:close/>
              </a:path>
            </a:pathLst>
          </a:custGeom>
          <a:solidFill>
            <a:srgbClr val="1682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49" name=""/>
          <p:cNvSpPr/>
          <p:nvPr/>
        </p:nvSpPr>
        <p:spPr>
          <a:xfrm>
            <a:off x="0" y="4320000"/>
            <a:ext cx="1980360" cy="1350360"/>
          </a:xfrm>
          <a:custGeom>
            <a:avLst/>
            <a:gdLst/>
            <a:ahLst/>
            <a:rect l="0" t="0" r="r" b="b"/>
            <a:pathLst>
              <a:path w="5501" h="3751">
                <a:moveTo>
                  <a:pt x="0" y="0"/>
                </a:moveTo>
                <a:lnTo>
                  <a:pt x="0" y="3751"/>
                </a:lnTo>
                <a:lnTo>
                  <a:pt x="5501" y="3751"/>
                </a:lnTo>
                <a:lnTo>
                  <a:pt x="0" y="0"/>
                </a:lnTo>
                <a:close/>
              </a:path>
            </a:pathLst>
          </a:custGeom>
          <a:solidFill>
            <a:srgbClr val="7803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ru-RU" sz="1400" b="1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dt" idx="13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&lt;date/time&gt;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14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808080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808080"/>
                </a:solidFill>
                <a:effectLst/>
                <a:uFillTx/>
                <a:latin typeface="DejaVu Sans"/>
              </a:rPr>
              <a:t>&lt;footer&gt;</a:t>
            </a:r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15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defRPr>
            </a:lvl1pPr>
          </a:lstStyle>
          <a:p>
            <a:pPr indent="0" algn="r">
              <a:buNone/>
            </a:pPr>
            <a:fld id="{EDA392E8-2962-4091-BB60-2CCB9FEDC07F}" type="slidenum">
              <a:rPr lang="ru-RU" sz="1400" b="0" u="none" strike="noStrike">
                <a:solidFill>
                  <a:srgbClr val="DDDDDD"/>
                </a:solidFill>
                <a:effectLst/>
                <a:uFillTx/>
                <a:latin typeface="DejaVu Sans"/>
              </a:rPr>
              <a:t>&lt;number&gt;</a:t>
            </a:fld>
            <a:endParaRPr lang="ru-RU" sz="1400" b="0" u="none" strike="noStrike">
              <a:solidFill>
                <a:srgbClr val="DDDDDD"/>
              </a:solidFill>
              <a:effectLst/>
              <a:uFillTx/>
              <a:latin typeface="DejaVu Sans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defRPr>
            </a:lvl1pPr>
          </a:lstStyle>
          <a:p>
            <a:pPr indent="0" algn="ctr">
              <a:buNone/>
            </a:pPr>
            <a:r>
              <a:rPr lang="ru-RU" sz="3200" b="0" u="none" strike="noStrike">
                <a:solidFill>
                  <a:srgbClr val="333333"/>
                </a:solidFill>
                <a:effectLst/>
                <a:uFillTx/>
                <a:latin typeface="DejaVu Sans"/>
              </a:rPr>
              <a:t>Click to edit the title text format</a:t>
            </a:r>
            <a:endParaRPr lang="ru-RU" sz="3200" b="0" u="none" strike="noStrike">
              <a:solidFill>
                <a:srgbClr val="333333"/>
              </a:solidFill>
              <a:effectLst/>
              <a:uFillTx/>
              <a:latin typeface="DejaVu Sans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720000" y="144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1pPr>
            <a:lvl2pPr lvl="1" algn="l">
              <a:spcAft>
                <a:spcPts val="850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2pPr>
            <a:lvl3pPr lvl="2" algn="l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3pPr>
            <a:lvl4pPr lvl="3" algn="l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4pPr>
            <a:lvl5pPr lvl="4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5pPr>
            <a:lvl6pPr lvl="5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6pPr>
            <a:lvl7pPr lvl="6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defRPr>
            </a:lvl7pPr>
          </a:lstStyle>
          <a:p>
            <a:pPr marL="432000" indent="-324000" algn="l">
              <a:spcAft>
                <a:spcPts val="106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Click to edit the outline text format</a:t>
            </a:r>
            <a:endParaRPr lang="ru-RU" sz="24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864000" lvl="1" indent="-324000" algn="l">
              <a:spcAft>
                <a:spcPts val="850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22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Second Outline Level</a:t>
            </a:r>
            <a:endParaRPr lang="ru-RU" sz="22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Third Outline Level</a:t>
            </a:r>
            <a:endParaRPr lang="ru-RU" sz="20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1728000" lvl="3" indent="-216000" algn="l">
              <a:spcAft>
                <a:spcPts val="425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Fourth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160000" lvl="4" indent="-216000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Fifth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2592000" lvl="5" indent="-216000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Sixth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  <a:p>
            <a:pPr marL="3024000" lvl="6" indent="-216000" algn="l">
              <a:spcAft>
                <a:spcPts val="21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666666"/>
                </a:solidFill>
                <a:effectLst/>
                <a:uFillTx/>
                <a:latin typeface="DejaVu Sans"/>
              </a:rPr>
              <a:t>Seventh Outline Level</a:t>
            </a:r>
            <a:endParaRPr lang="ru-RU" sz="1800" b="0" u="none" strike="noStrike">
              <a:solidFill>
                <a:srgbClr val="666666"/>
              </a:solidFill>
              <a:effectLst/>
              <a:uFillTx/>
              <a:latin typeface="DejaVu Sans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3745440" y="2446900"/>
            <a:ext cx="2561760" cy="7823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wrap="square">
            <a:noAutofit/>
          </a:bodyPr>
          <a:p>
            <a:pPr marL="0" indent="0" algn="ctr">
              <a:lnSpc>
                <a:spcPct val="100000"/>
              </a:lnSpc>
              <a:buNone/>
            </a:pPr>
            <a:r>
              <a:rPr lang="ru-RU" sz="1600" b="0">
                <a:solidFill>
                  <a:srgbClr val="666666"/>
                </a:solidFill>
              </a:rPr>
              <a:t>План развития кофейни “Точка кофе” на 6 месяцев</a:t>
            </a:r>
          </a:p>
        </p:txBody>
      </p:sp>
      <p:sp>
        <p:nvSpPr>
          <p:cNvPr id="59" name="Дата"/>
          <p:cNvSpPr>
            <a:spLocks noGrp="1"/>
          </p:cNvSpPr>
          <p:nvPr/>
        </p:nvSpPr>
        <p:spPr>
          <a:xfrm>
            <a:off x="1836195" y="2929897"/>
            <a:ext cx="1375171" cy="23018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wrap="square">
            <a:noAutofit/>
          </a:bodyPr>
          <a:p>
            <a:pPr marL="0" indent="0" algn="ctr">
              <a:lnSpc>
                <a:spcPct val="100000"/>
              </a:lnSpc>
              <a:buNone/>
            </a:pPr>
            <a:r>
              <a:rPr lang="ru-RU" sz="1250" b="0" cap="none" spc="0">
                <a:solidFill>
                  <a:srgbClr val="FFFFFF"/>
                </a:solidFill>
                <a:latin typeface="DejaVu Sans"/>
              </a:rPr>
              <a:t>Сентябрь 2026</a:t>
            </a:r>
          </a:p>
        </p:txBody>
      </p:sp>
      <p:sp>
        <p:nvSpPr>
          <p:cNvPr id="58" name="Сноска"/>
          <p:cNvSpPr>
            <a:spLocks noGrp="1"/>
          </p:cNvSpPr>
          <p:nvPr/>
        </p:nvSpPr>
        <p:spPr>
          <a:xfrm>
            <a:off x="4521972" y="3255334"/>
            <a:ext cx="1626195" cy="336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wrap="square">
            <a:noAutofit/>
          </a:bodyPr>
          <a:p>
            <a:pPr marL="0" indent="0" algn="ctr">
              <a:lnSpc>
                <a:spcPct val="100000"/>
              </a:lnSpc>
              <a:buNone/>
            </a:pPr>
            <a:r>
              <a:rPr lang="ru-RU" sz="1000" b="0" cap="none" spc="0">
                <a:solidFill>
                  <a:srgbClr val="000000"/>
                </a:solidFill>
                <a:latin typeface="DejaVu Sans"/>
              </a:rPr>
              <a:t>Все исходные данные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ru-RU" sz="1000" b="0" cap="none" spc="0">
                <a:solidFill>
                  <a:srgbClr val="000000"/>
                </a:solidFill>
                <a:latin typeface="DejaVu Sans"/>
              </a:rPr>
              <a:t>и прогнозы условные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716586" y="245731"/>
            <a:ext cx="3614388" cy="90677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wrap="square">
            <a:noAutofit/>
          </a:bodyPr>
          <a:p>
            <a:pPr marL="0" indent="0" algn="ctr">
              <a:lnSpc>
                <a:spcPct val="100000"/>
              </a:lnSpc>
              <a:buNone/>
            </a:pPr>
            <a:r>
              <a:rPr lang="ru-RU" sz="2800" b="0"/>
              <a:t>Больше прибыли</a:t>
            </a:r>
            <a:br>
              <a:rPr lang="ru-RU" sz="2800" b="0"/>
            </a:br>
            <a:r>
              <a:rPr lang="ru-RU" sz="2800" b="0"/>
              <a:t>с каждой чашки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Focus</Template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2026-09-27T15:01:12Z</dcterms:created>
  <dc:creator/>
  <dc:description>This work is licensed under a Creative Commons-0 licence.
It makes use of the works of Zirk.</dc:description>
  <dc:language>ru-RU</dc:language>
  <cp:lastModifiedBy/>
  <cp:revision>1</cp:revision>
  <dc:subject/>
  <dc:title>Focus</dc:title>
</cp:coreProperties>
</file>