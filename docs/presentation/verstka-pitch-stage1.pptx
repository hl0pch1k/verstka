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olors1.xml" ContentType="application/vnd.ms-office.chartcolorstyle+xml"/>
  <Override PartName="/ppt/charts/colors2.xml" ContentType="application/vnd.ms-office.chartcolorstyle+xml"/>
  <Override PartName="/ppt/charts/colors3.xml" ContentType="application/vnd.ms-office.chartcolorstyle+xml"/>
  <Override PartName="/ppt/charts/style1.xml" ContentType="application/vnd.ms-office.chartstyle+xml"/>
  <Override PartName="/ppt/charts/style2.xml" ContentType="application/vnd.ms-office.chartstyle+xml"/>
  <Override PartName="/ppt/charts/style3.xml" ContentType="application/vnd.ms-office.chartstyle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3.xml" ContentType="application/vnd.openxmlformats-officedocument.presentationml.slide+xml"/>
  <Override PartName="/ppt/slides/slide16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9"/>
  </p:notesMasterIdLst>
  <p:handoutMasterIdLst>
    <p:handoutMasterId r:id="rId40"/>
  </p:handoutMasterIdLst>
  <p:sldIdLst>
    <p:sldId id="365" r:id="rId8"/>
    <p:sldId id="366" r:id="rId9"/>
    <p:sldId id="362" r:id="rId10"/>
    <p:sldId id="364" r:id="rId11"/>
    <p:sldId id="375" r:id="rId12"/>
    <p:sldId id="260" r:id="rId19"/>
    <p:sldId id="268" r:id="rId25"/>
    <p:sldId id="372" r:id="rId14"/>
    <p:sldId id="371" r:id="rId17"/>
    <p:sldId id="261" r:id="rId20"/>
    <p:sldId id="262" r:id="rId21"/>
    <p:sldId id="263" r:id="rId22"/>
    <p:sldId id="266" r:id="rId23"/>
    <p:sldId id="264" r:id="rId24"/>
    <p:sldId id="326" r:id="rId3"/>
  </p:sldIdLst>
  <p:sldSz cx="12192000" cy="6858000"/>
  <p:notesSz cx="6858000" cy="9144000"/>
  <p:defaultTextStyle>
    <a:defPPr>
      <a:defRPr lang="ru-RU"/>
    </a:defPPr>
    <a:lvl1pPr marL="0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10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220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329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439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549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2658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199765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6877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Информация" id="{9FA27940-A45B-471D-96EC-3FCE80AE8A9B}">
          <p14:sldIdLst>
            <p14:sldId id="333"/>
            <p14:sldId id="326"/>
            <p14:sldId id="327"/>
            <p14:sldId id="367"/>
            <p14:sldId id="325"/>
            <p14:sldId id="355"/>
          </p14:sldIdLst>
        </p14:section>
        <p14:section name="Обязательные слайды" id="{248E5CD8-1028-4246-90C7-3263F7F286D3}">
          <p14:sldIdLst>
            <p14:sldId id="365"/>
            <p14:sldId id="366"/>
            <p14:sldId id="362"/>
            <p14:sldId id="364"/>
            <p14:sldId id="375"/>
          </p14:sldIdLst>
        </p14:section>
        <p14:section name="Шаблоны слайдов" id="{24401F80-F81B-49C3-8D55-70A14F0BF8FF}">
          <p14:sldIdLst>
            <p14:sldId id="369"/>
            <p14:sldId id="372"/>
            <p14:sldId id="373"/>
            <p14:sldId id="370"/>
            <p14:sldId id="371"/>
            <p14:sldId id="374"/>
            <p14:sldId id="260"/>
            <p14:sldId id="261"/>
            <p14:sldId id="262"/>
            <p14:sldId id="263"/>
            <p14:sldId id="266"/>
            <p14:sldId id="264"/>
            <p14:sldId id="268"/>
            <p14:sldId id="267"/>
            <p14:sldId id="269"/>
            <p14:sldId id="270"/>
            <p14:sldId id="271"/>
            <p14:sldId id="272"/>
          </p14:sldIdLst>
        </p14:section>
        <p14:section name="Материалы" id="{0F84D0DE-CEB1-417E-B269-8B3EB04B5FA6}">
          <p14:sldIdLst>
            <p14:sldId id="338"/>
            <p14:sldId id="368"/>
            <p14:sldId id="341"/>
            <p14:sldId id="342"/>
            <p14:sldId id="343"/>
            <p14:sldId id="344"/>
            <p14:sldId id="346"/>
            <p14:sldId id="357"/>
          </p14:sldIdLst>
        </p14:section>
      </p14:sectionLst>
    </p:ext>
    <p:ext uri="{EFAFB233-063F-42B5-8137-9DF3F51BA10A}">
      <p15:sldGuideLst xmlns:p15="http://schemas.microsoft.com/office/powerpoint/2012/main">
        <p15:guide id="2" pos="597" userDrawn="1">
          <p15:clr>
            <a:srgbClr val="A4A3A4"/>
          </p15:clr>
        </p15:guide>
        <p15:guide id="3" pos="3591" userDrawn="1">
          <p15:clr>
            <a:srgbClr val="A4A3A4"/>
          </p15:clr>
        </p15:guide>
        <p15:guide id="4" pos="5496" userDrawn="1">
          <p15:clr>
            <a:srgbClr val="A4A3A4"/>
          </p15:clr>
        </p15:guide>
        <p15:guide id="5" pos="4112" userDrawn="1">
          <p15:clr>
            <a:srgbClr val="A4A3A4"/>
          </p15:clr>
        </p15:guide>
        <p15:guide id="6" pos="393" userDrawn="1">
          <p15:clr>
            <a:srgbClr val="A4A3A4"/>
          </p15:clr>
        </p15:guide>
        <p15:guide id="7" orient="horz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CCEE4"/>
    <a:srgbClr val="FFD6E3"/>
    <a:srgbClr val="FFFFFF"/>
    <a:srgbClr val="753A93"/>
    <a:srgbClr val="976BAE"/>
    <a:srgbClr val="F92571"/>
    <a:srgbClr val="8226E3"/>
    <a:srgbClr val="2D1451"/>
    <a:srgbClr val="222A35"/>
    <a:srgbClr val="55D4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83" autoAdjust="0"/>
    <p:restoredTop sz="95839"/>
  </p:normalViewPr>
  <p:slideViewPr>
    <p:cSldViewPr snapToGrid="0" showGuides="1">
      <p:cViewPr varScale="1">
        <p:scale>
          <a:sx n="112" d="100"/>
          <a:sy n="112" d="100"/>
        </p:scale>
        <p:origin x="200" y="360"/>
      </p:cViewPr>
      <p:guideLst>
        <p:guide pos="597"/>
        <p:guide pos="3591"/>
        <p:guide pos="5496"/>
        <p:guide pos="4112"/>
        <p:guide pos="393"/>
        <p:guide orient="horz"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86" d="100"/>
          <a:sy n="86" d="100"/>
        </p:scale>
        <p:origin x="3928" y="208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3" Type="http://schemas.openxmlformats.org/officeDocument/2006/relationships/slide" Target="slides/slide2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4" Type="http://schemas.openxmlformats.org/officeDocument/2006/relationships/slide" Target="slides/slide13.xml"/><Relationship Id="rId17" Type="http://schemas.openxmlformats.org/officeDocument/2006/relationships/slide" Target="slides/slide16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39" Type="http://schemas.openxmlformats.org/officeDocument/2006/relationships/notesMaster" Target="notesMasters/notesMaster1.xml"/><Relationship Id="rId40" Type="http://schemas.openxmlformats.org/officeDocument/2006/relationships/handoutMaster" Target="handoutMasters/handoutMaster1.xml"/><Relationship Id="rId41" Type="http://schemas.openxmlformats.org/officeDocument/2006/relationships/presProps" Target="presProps.xml"/><Relationship Id="rId42" Type="http://schemas.openxmlformats.org/officeDocument/2006/relationships/viewProps" Target="viewProps.xml"/><Relationship Id="rId43" Type="http://schemas.openxmlformats.org/officeDocument/2006/relationships/theme" Target="theme/theme1.xml"/><Relationship Id="rId44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microsoft.com/office/2011/relationships/chartStyle" Target="style1.xml"/><Relationship Id="rId2" Type="http://schemas.microsoft.com/office/2011/relationships/chartColorStyle" Target="colors1.xml"/><Relationship Id="rId3" Type="http://schemas.openxmlformats.org/officeDocument/2006/relationships/package" Target="../embeddings/_____Microsoft_Excel.xlsx"/></Relationships>
</file>

<file path=ppt/charts/_rels/chart2.xml.rels><?xml version='1.0' encoding='UTF-8' standalone='yes'?>
<Relationships xmlns="http://schemas.openxmlformats.org/package/2006/relationships"><Relationship Id="rId1" Type="http://schemas.microsoft.com/office/2011/relationships/chartStyle" Target="style2.xml"/><Relationship Id="rId2" Type="http://schemas.microsoft.com/office/2011/relationships/chartColorStyle" Target="colors2.xml"/><Relationship Id="rId3" Type="http://schemas.openxmlformats.org/officeDocument/2006/relationships/package" Target="../embeddings/_____Microsoft_Excel1.xlsx"/></Relationships>
</file>

<file path=ppt/charts/_rels/chart3.xml.rels><?xml version='1.0' encoding='UTF-8' standalone='yes'?>
<Relationships xmlns="http://schemas.openxmlformats.org/package/2006/relationships"><Relationship Id="rId1" Type="http://schemas.microsoft.com/office/2011/relationships/chartStyle" Target="style3.xml"/><Relationship Id="rId2" Type="http://schemas.microsoft.com/office/2011/relationships/chartColorStyle" Target="colors3.xml"/><Relationship Id="rId3" Type="http://schemas.openxmlformats.org/officeDocument/2006/relationships/package" Target="../embeddings/_____Microsoft_Excel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5.1688300241682354E-2"/>
          <c:y val="0.12693525390367644"/>
          <c:w val="0.92608602339057544"/>
          <c:h val="0.66747142271661164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Ряд 1</c:v>
                </c:pt>
              </c:strCache>
            </c:strRef>
          </c:tx>
          <c:spPr>
            <a:solidFill>
              <a:schemeClr val="accent1"/>
            </a:solidFill>
            <a:ln w="63500">
              <a:noFill/>
            </a:ln>
            <a:effectLst/>
          </c:spPr>
          <c:invertIfNegative val="0"/>
          <c:cat>
            <c:numRef>
              <c:f>Лист1!$A$2:$A$5</c:f>
              <c:numCache>
                <c:formatCode>General</c:formatCode>
                <c:ptCount val="4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</c:numCache>
            </c:numRef>
          </c:cat>
          <c:val>
            <c:numRef>
              <c:f>Лист1!$B$2:$B$5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E86-41F6-8A85-7879D9C60F88}"/>
            </c:ext>
          </c:extLst>
        </c:ser>
        <c:ser>
          <c:idx val="1"/>
          <c:order val="1"/>
          <c:tx>
            <c:strRef>
              <c:f>Лист1!$C$1</c:f>
              <c:strCache>
                <c:ptCount val="1"/>
                <c:pt idx="0">
                  <c:v>Ряд 2</c:v>
                </c:pt>
              </c:strCache>
            </c:strRef>
          </c:tx>
          <c:spPr>
            <a:solidFill>
              <a:schemeClr val="accent2"/>
            </a:solidFill>
            <a:ln w="63500">
              <a:noFill/>
            </a:ln>
            <a:effectLst/>
          </c:spPr>
          <c:invertIfNegative val="0"/>
          <c:cat>
            <c:numRef>
              <c:f>Лист1!$A$2:$A$5</c:f>
              <c:numCache>
                <c:formatCode>General</c:formatCode>
                <c:ptCount val="4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</c:numCache>
            </c:numRef>
          </c:cat>
          <c:val>
            <c:numRef>
              <c:f>Лист1!$C$2:$C$5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E86-41F6-8A85-7879D9C60F8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-20"/>
        <c:axId val="1688540351"/>
        <c:axId val="1173587135"/>
      </c:barChart>
      <c:catAx>
        <c:axId val="168854035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173587135"/>
        <c:crosses val="autoZero"/>
        <c:auto val="1"/>
        <c:lblAlgn val="ctr"/>
        <c:lblOffset val="100"/>
        <c:noMultiLvlLbl val="0"/>
      </c:catAx>
      <c:valAx>
        <c:axId val="117358713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bg1">
                  <a:alpha val="50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688540351"/>
        <c:crosses val="autoZero"/>
        <c:crossBetween val="between"/>
        <c:majorUnit val="1"/>
      </c:valAx>
      <c:spPr>
        <a:noFill/>
        <a:ln w="25400">
          <a:noFill/>
        </a:ln>
        <a:effectLst/>
      </c:spPr>
    </c:plotArea>
    <c:legend>
      <c:legendPos val="b"/>
      <c:layout>
        <c:manualLayout>
          <c:xMode val="edge"/>
          <c:yMode val="edge"/>
          <c:x val="3.0340673321854045E-2"/>
          <c:y val="0.93820074285734689"/>
          <c:w val="0.94740055839426573"/>
          <c:h val="6.1799257142653129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bg1"/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>
          <a:solidFill>
            <a:schemeClr val="bg1"/>
          </a:solidFill>
        </a:defRPr>
      </a:pPr>
      <a:endParaRPr lang="ru-RU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1353261129492993"/>
          <c:y val="0.12693525390367644"/>
          <c:w val="0.86424170750053264"/>
          <c:h val="0.66747142271661164"/>
        </c:manualLayout>
      </c:layout>
      <c:barChart>
        <c:barDir val="bar"/>
        <c:grouping val="clustered"/>
        <c:varyColors val="0"/>
        <c:ser>
          <c:idx val="1"/>
          <c:order val="0"/>
          <c:tx>
            <c:strRef>
              <c:f>Лист1!$C$1</c:f>
              <c:strCache>
                <c:ptCount val="1"/>
                <c:pt idx="0">
                  <c:v>Ряд 2</c:v>
                </c:pt>
              </c:strCache>
            </c:strRef>
          </c:tx>
          <c:spPr>
            <a:solidFill>
              <a:schemeClr val="accent2"/>
            </a:solidFill>
            <a:ln w="63500">
              <a:solidFill>
                <a:schemeClr val="accent2"/>
              </a:solidFill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accent2"/>
              </a:solidFill>
              <a:ln w="6350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6-92C0-E743-BC6B-AB142BB83263}"/>
              </c:ext>
            </c:extLst>
          </c:dPt>
          <c:dPt>
            <c:idx val="1"/>
            <c:invertIfNegative val="0"/>
            <c:bubble3D val="0"/>
            <c:spPr>
              <a:solidFill>
                <a:schemeClr val="accent4"/>
              </a:solidFill>
              <a:ln w="6350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B35E-4C45-8CA2-C11611997942}"/>
              </c:ext>
            </c:extLst>
          </c:dPt>
          <c:dPt>
            <c:idx val="2"/>
            <c:invertIfNegative val="0"/>
            <c:bubble3D val="0"/>
            <c:spPr>
              <a:solidFill>
                <a:schemeClr val="accent5"/>
              </a:solidFill>
              <a:ln w="6350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B35E-4C45-8CA2-C11611997942}"/>
              </c:ext>
            </c:extLst>
          </c:dPt>
          <c:dPt>
            <c:idx val="3"/>
            <c:invertIfNegative val="0"/>
            <c:bubble3D val="0"/>
            <c:spPr>
              <a:solidFill>
                <a:schemeClr val="accent1"/>
              </a:solidFill>
              <a:ln w="6350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B35E-4C45-8CA2-C11611997942}"/>
              </c:ext>
            </c:extLst>
          </c:dPt>
          <c:cat>
            <c:numRef>
              <c:f>Лист1!$A$2:$A$5</c:f>
              <c:numCache>
                <c:formatCode>General</c:formatCode>
                <c:ptCount val="4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</c:numCache>
            </c:numRef>
          </c:cat>
          <c:val>
            <c:numRef>
              <c:f>Лист1!$C$2:$C$5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B35E-4C45-8CA2-C1161199794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axId val="1688540351"/>
        <c:axId val="1173587135"/>
      </c:barChart>
      <c:catAx>
        <c:axId val="1688540351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173587135"/>
        <c:crosses val="autoZero"/>
        <c:auto val="1"/>
        <c:lblAlgn val="ctr"/>
        <c:lblOffset val="100"/>
        <c:noMultiLvlLbl val="0"/>
      </c:catAx>
      <c:valAx>
        <c:axId val="1173587135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alpha val="50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688540351"/>
        <c:crosses val="autoZero"/>
        <c:crossBetween val="between"/>
        <c:majorUnit val="1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>
          <a:solidFill>
            <a:schemeClr val="tx1"/>
          </a:solidFill>
        </a:defRPr>
      </a:pPr>
      <a:endParaRPr lang="ru-RU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Лист1!$B$1</c:f>
              <c:strCache>
                <c:ptCount val="1"/>
                <c:pt idx="0">
                  <c:v>Статистика</c:v>
                </c:pt>
              </c:strCache>
            </c:strRef>
          </c:tx>
          <c:spPr>
            <a:ln w="63500"/>
          </c:spPr>
          <c:dPt>
            <c:idx val="0"/>
            <c:bubble3D val="0"/>
            <c:spPr>
              <a:solidFill>
                <a:schemeClr val="accent1"/>
              </a:solidFill>
              <a:ln w="63500" cap="rnd">
                <a:solidFill>
                  <a:schemeClr val="accen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0AC9-4320-A20C-3707168A0262}"/>
              </c:ext>
            </c:extLst>
          </c:dPt>
          <c:dPt>
            <c:idx val="1"/>
            <c:bubble3D val="0"/>
            <c:spPr>
              <a:solidFill>
                <a:schemeClr val="accent5"/>
              </a:solidFill>
              <a:ln w="63500" cap="rnd">
                <a:solidFill>
                  <a:schemeClr val="accent5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0AC9-4320-A20C-3707168A0262}"/>
              </c:ext>
            </c:extLst>
          </c:dPt>
          <c:dPt>
            <c:idx val="2"/>
            <c:bubble3D val="0"/>
            <c:spPr>
              <a:solidFill>
                <a:schemeClr val="accent4"/>
              </a:solidFill>
              <a:ln w="63500" cap="rnd">
                <a:solidFill>
                  <a:schemeClr val="accent4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0AC9-4320-A20C-3707168A0262}"/>
              </c:ext>
            </c:extLst>
          </c:dPt>
          <c:dPt>
            <c:idx val="3"/>
            <c:bubble3D val="0"/>
            <c:spPr>
              <a:solidFill>
                <a:schemeClr val="accent2"/>
              </a:solidFill>
              <a:ln w="63500" cap="rnd">
                <a:solidFill>
                  <a:schemeClr val="accent2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0AC9-4320-A20C-3707168A0262}"/>
              </c:ext>
            </c:extLst>
          </c:dPt>
          <c:dLbls>
            <c:dLbl>
              <c:idx val="2"/>
              <c:spPr>
                <a:solidFill>
                  <a:prstClr val="white">
                    <a:alpha val="10000"/>
                  </a:prstClr>
                </a:solidFill>
                <a:ln>
                  <a:noFill/>
                </a:ln>
                <a:effectLst/>
              </c:spPr>
              <c:txPr>
                <a:bodyPr rot="0" spcFirstLastPara="1" vertOverflow="clip" horzOverflow="clip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400" b="1" i="0" u="none" strike="noStrike" kern="1200" baseline="0">
                      <a:solidFill>
                        <a:schemeClr val="tx2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oundRect">
                      <a:avLst/>
                    </a:prstGeom>
                    <a:noFill/>
                    <a:ln>
                      <a:noFill/>
                    </a:ln>
                  </c15:spPr>
                </c:ext>
                <c:ext xmlns:c16="http://schemas.microsoft.com/office/drawing/2014/chart" uri="{C3380CC4-5D6E-409C-BE32-E72D297353CC}">
                  <c16:uniqueId val="{00000005-0AC9-4320-A20C-3707168A0262}"/>
                </c:ext>
              </c:extLst>
            </c:dLbl>
            <c:dLbl>
              <c:idx val="3"/>
              <c:spPr>
                <a:solidFill>
                  <a:prstClr val="white">
                    <a:alpha val="10000"/>
                  </a:prstClr>
                </a:solidFill>
                <a:ln>
                  <a:noFill/>
                </a:ln>
                <a:effectLst/>
              </c:spPr>
              <c:txPr>
                <a:bodyPr rot="0" spcFirstLastPara="1" vertOverflow="clip" horzOverflow="clip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400" b="1" i="0" u="none" strike="noStrike" kern="1200" baseline="0">
                      <a:solidFill>
                        <a:schemeClr val="tx2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oundRect">
                      <a:avLst/>
                    </a:prstGeom>
                    <a:noFill/>
                    <a:ln>
                      <a:noFill/>
                    </a:ln>
                  </c15:spPr>
                </c:ext>
                <c:ext xmlns:c16="http://schemas.microsoft.com/office/drawing/2014/chart" uri="{C3380CC4-5D6E-409C-BE32-E72D297353CC}">
                  <c16:uniqueId val="{00000007-0AC9-4320-A20C-3707168A0262}"/>
                </c:ext>
              </c:extLst>
            </c:dLbl>
            <c:spPr>
              <a:solidFill>
                <a:prstClr val="white">
                  <a:alpha val="10000"/>
                </a:prstClr>
              </a:solidFill>
              <a:ln>
                <a:noFill/>
              </a:ln>
              <a:effectLst/>
            </c:spPr>
            <c:txPr>
              <a:bodyPr rot="0" spcFirstLastPara="1" vertOverflow="clip" horzOverflow="clip" vert="horz" wrap="square" lIns="38100" tIns="19050" rIns="38100" bIns="19050" anchor="ctr" anchorCtr="1">
                <a:spAutoFit/>
              </a:bodyPr>
              <a:lstStyle/>
              <a:p>
                <a:pPr>
                  <a:defRPr sz="14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oundRect">
                    <a:avLst/>
                  </a:prstGeom>
                  <a:noFill/>
                  <a:ln>
                    <a:noFill/>
                  </a:ln>
                </c15:spPr>
              </c:ext>
            </c:extLst>
          </c:dLbls>
          <c:cat>
            <c:numRef>
              <c:f>Лист1!$A$2:$A$5</c:f>
              <c:numCache>
                <c:formatCode>General</c:formatCode>
                <c:ptCount val="4"/>
                <c:pt idx="0">
                  <c:v>2020</c:v>
                </c:pt>
                <c:pt idx="1">
                  <c:v>2021</c:v>
                </c:pt>
                <c:pt idx="2">
                  <c:v>2022</c:v>
                </c:pt>
                <c:pt idx="3">
                  <c:v>2023</c:v>
                </c:pt>
              </c:numCache>
            </c:numRef>
          </c:cat>
          <c:val>
            <c:numRef>
              <c:f>Лист1!$B$2:$B$5</c:f>
              <c:numCache>
                <c:formatCode>General</c:formatCode>
                <c:ptCount val="4"/>
                <c:pt idx="0">
                  <c:v>8.1999999999999993</c:v>
                </c:pt>
                <c:pt idx="1">
                  <c:v>3.2</c:v>
                </c:pt>
                <c:pt idx="2">
                  <c:v>1.4</c:v>
                </c:pt>
                <c:pt idx="3">
                  <c:v>1.2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0AC9-4320-A20C-3707168A026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75"/>
      </c:doughnut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>
          <a:solidFill>
            <a:schemeClr val="bg1"/>
          </a:solidFill>
        </a:defRPr>
      </a:pPr>
      <a:endParaRPr lang="ru-RU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>
            <a:extLst>
              <a:ext uri="{FF2B5EF4-FFF2-40B4-BE49-F238E27FC236}">
                <a16:creationId xmlns:a16="http://schemas.microsoft.com/office/drawing/2014/main" id="{1C361405-0046-9D03-26A4-D7ED10EA70C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556CD2AD-A19E-4074-721F-6DBCBE680A4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2E30D66-5BAA-C245-AD36-181B8EC875DB}" type="datetimeFigureOut">
              <a:rPr lang="ru-RU" smtClean="0"/>
              <a:t>14.09.2026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41947EE2-63DA-C2A1-5495-30E370423A5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3752603B-A0BC-AAAA-B5D6-B44F54E18AB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CD7201F-1F39-2140-9B4A-3BC1B61B40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3662866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DA401BA-3150-4FF7-8D13-C8A64268AC63}" type="datetimeFigureOut">
              <a:rPr lang="ru-RU" smtClean="0"/>
              <a:t>14.09.2026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5F3B14-7AC8-406F-A299-37D374056E4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964453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4CF317-460F-D66A-6ACF-27061C9DF4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2D066F97-A6A0-B747-71F9-577306DB29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80F9F05F-4377-CED9-7FF7-AADFCC58E4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Артём — капитан и ML-инженер, отвечал за архитектуру и разработку сервиса. Ярослав — тестирование и обратная связь по результатам.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18DC8F5-67F2-F257-7833-1FEA7A6F232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5F3B14-7AC8-406F-A299-37D374056E4F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453272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E69046-74A9-6BC0-030F-AF9856808D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E235548D-D889-0AAA-F16C-FBBD8FABB9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62BED857-8CFB-C4D0-8AA7-4E459CD5CA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Мы сами каждую неделю делаем отчётные презентации, поэтому задача VK Tech попала в точку. Главные трудности: шаблоны почти не используют плейсхолдеры, модели склонны выдумывать цифры, и легко подогнать решение под три шаблона. На каждую ответили инженерно: разбор по слайдам-образцам, сверка чисел, корпус из 87 шаблонов.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C80FF5E7-0C77-0F13-CEBC-1525084DF81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5F3B14-7AC8-406F-A299-37D374056E4F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5285682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Мы — команда «Рекрут 2». Задача № 4 от VK Tech: цифровой дизайнер презентаций. Наше решение называется Verstka.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Капитан — Артём Воронин, ML-инженер. Нас двое, оба из «Газпром автоматизации», Москва. Суть решения: любой шаблон PowerPoint и текст на входе — три редактируемые презентации в стиле этого шаблона за одну-три минуты. Уникальность: шаблон читается как набор правил, числа не выдумываются, проверка качества встроена в пайплайн.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Технически: разбираем шаблон в дизайн-систему, агент на открытых моделях планирует слайды, компилятор сверяет числа, вёрстка собирает нативные объекты PowerPoint, аудит проверяет результат. С точки зрения бизнеса — это минуты вместо часов на каждую презентацию и путь к пилоту на инференсе VK.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Каждую неделю в компании десятки презентаций. Текст пишет автор, а оформление по шаблону — ручная работа. Модели хорошо пишут текст, но не соблюдают дизайн-систему. А сам шаблон — это десятки слайдов-образцов без инструкции, как строить новые.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Наш подход в трёх шагах. Сначала читаем шаблон как набор правил. Затем агент из открытых моделей планирует каждый слайд, опираясь только на текст пользователя. И наконец вёрстка по дизайн-системе шаблона с проверкой качества внутри пайплайна.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Пайплайн из трёх частей. Разбор шаблона выполняется один раз и кэшируется: получаем manifest.json с дизайн-системой. План: агент читает бриф и манифест, компилятор сверяет каждое число. Сборка: подбор макета с объяснимым баллом, вёрстка, проверка качества и экспорт. Каждый шаг оставляет файл, который можно открыть.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Живой прогон. Сначала шаблон VK Tech из датасета: три варианта за 78 секунд. Затем шаблон, которого сервис никогда не видел: загружаем файл, вставляем тот же текст — три варианта за 72 секунд, оценки качества 97 · 97 · 97. Видео этого прогона без монтажа и ускорения — в репозитории.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Результат на данных кейса: один и тот же текст фитнес-студии в трёх шаблонах VK и трёх вариантах вёрстки — девять презентаций. Содержание одно, подача разная: структурный, визуальный и компактный варианты. Все девять получили 100 из 100 по проверке качества.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Аудит встроен в пайплайн. Сорок одна детерминированная проверка работает по данным файла: координаты, размеры, цвета, шрифты. Две модельные — по картинке слайда и тексту презентации. Найденные проблемы исправляются автоматически с откатом, а пользователь видит замечания прямо на слайде и сам решает, что исправить.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Эффективность. Три варианта на шаблонах VK собираются за 113–175 секунд при лимите в 5 минут; на незнакомом шаблоне из видео — за 72 секунд. Все девять демо-презентаций получили 100 из 100, у проекта 2 035 автотестов, сервис принимает 12 форматов шаблонов.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Выводы. Verstka работает с любым шаблоном, потому что читает его как набор правил: справа — один и тот же план в чужих шаблонах. Числа не выдумываются. Три варианта собираются за одну-три минуты. Всё проверено: проверки внутри пайплайна, объяснение каждого решения, больше двух тысяч автотестов.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Дальше: переходим на инференс VK — конфигурация уже готова, добавляем генерацию изображений, развиваем второй сценарий — улучшение готовой презентации, и готовы к пилоту на шаблонах VK Tech и к интеграции через API.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Спасибо! Код, документация, девять демо-презентаций и видео прогона — в открытом репозитории.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ый слайд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Рисунок 10">
            <a:extLst>
              <a:ext uri="{FF2B5EF4-FFF2-40B4-BE49-F238E27FC236}">
                <a16:creationId xmlns:a16="http://schemas.microsoft.com/office/drawing/2014/main" id="{DB9898DE-D265-4051-B751-CA3C0058CECA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792000" y="395288"/>
            <a:ext cx="5400000" cy="5400000"/>
          </a:xfrm>
        </p:spPr>
        <p:txBody>
          <a:bodyPr anchor="ctr" anchorCtr="0"/>
          <a:lstStyle>
            <a:lvl1pPr>
              <a:defRPr/>
            </a:lvl1pPr>
          </a:lstStyle>
          <a:p>
            <a:r>
              <a:rPr lang="ru-RU" dirty="0"/>
              <a:t/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DEF1F2D-30AB-40F9-9975-F952E50B7FC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0" y="4323440"/>
            <a:ext cx="8930641" cy="827011"/>
          </a:xfrm>
          <a:noFill/>
        </p:spPr>
        <p:txBody>
          <a:bodyPr anchor="ctr" anchorCtr="0"/>
          <a:lstStyle>
            <a:lvl1pPr marL="0" indent="712788" algn="l">
              <a:defRPr sz="28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ru-RU" dirty="0"/>
              <a:t/>
            </a:r>
          </a:p>
        </p:txBody>
      </p:sp>
      <p:sp>
        <p:nvSpPr>
          <p:cNvPr id="42" name="Рисунок 41">
            <a:extLst>
              <a:ext uri="{FF2B5EF4-FFF2-40B4-BE49-F238E27FC236}">
                <a16:creationId xmlns:a16="http://schemas.microsoft.com/office/drawing/2014/main" id="{37DC0E9B-2679-408D-851C-F21F4ACC673A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802640" y="2911980"/>
            <a:ext cx="3386773" cy="1082589"/>
          </a:xfrm>
        </p:spPr>
        <p:txBody>
          <a:bodyPr anchor="ctr" anchorCtr="0"/>
          <a:lstStyle>
            <a:lvl1pPr>
              <a:defRPr/>
            </a:lvl1pPr>
          </a:lstStyle>
          <a:p>
            <a:r>
              <a:rPr lang="ru-RU" dirty="0"/>
              <a:t/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93F843A1-4640-4AAD-9DA4-206FA9FF2A4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0" y="5149851"/>
            <a:ext cx="8930641" cy="757174"/>
          </a:xfrm>
          <a:noFill/>
        </p:spPr>
        <p:txBody>
          <a:bodyPr>
            <a:normAutofit/>
          </a:bodyPr>
          <a:lstStyle>
            <a:lvl1pPr marL="0" indent="712788">
              <a:buNone/>
              <a:defRPr sz="1800"/>
            </a:lvl1pPr>
          </a:lstStyle>
          <a:p>
            <a:r>
              <a:rPr lang="ru-RU" sz="1600" b="0" dirty="0"/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23497694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Описание команд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Рисунок 10">
            <a:extLst>
              <a:ext uri="{FF2B5EF4-FFF2-40B4-BE49-F238E27FC236}">
                <a16:creationId xmlns:a16="http://schemas.microsoft.com/office/drawing/2014/main" id="{DB9898DE-D265-4051-B751-CA3C0058CECA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894095" y="1044081"/>
            <a:ext cx="4962943" cy="2221824"/>
          </a:xfrm>
        </p:spPr>
        <p:txBody>
          <a:bodyPr anchor="ctr" anchorCtr="0"/>
          <a:lstStyle>
            <a:lvl1pPr>
              <a:defRPr/>
            </a:lvl1pPr>
          </a:lstStyle>
          <a:p>
            <a:r>
              <a:rPr lang="ru-RU" dirty="0"/>
              <a:t/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1CA6654-BEE5-24C9-BC9D-BB6D2E0BEFA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6075" y="395288"/>
            <a:ext cx="11244772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>
              <a:defRPr/>
            </a:lvl1pPr>
          </a:lstStyle>
          <a:p>
            <a:r>
              <a:rPr lang="ru-RU" dirty="0"/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16629505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Команд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67EB9651-F031-4963-AFE9-33BCC0E88757}" type="datetime1">
              <a:rPr lang="ru-RU" smtClean="0"/>
              <a:t>14.09.2026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45" name="Заголовок 1">
            <a:extLst>
              <a:ext uri="{FF2B5EF4-FFF2-40B4-BE49-F238E27FC236}">
                <a16:creationId xmlns:a16="http://schemas.microsoft.com/office/drawing/2014/main" id="{DD9DB7EE-83C4-47FA-86C2-BDA70A05315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6075" y="395288"/>
            <a:ext cx="11244772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>
              <a:defRPr/>
            </a:lvl1pPr>
          </a:lstStyle>
          <a:p>
            <a:r>
              <a:rPr lang="ru-RU" dirty="0"/>
              <a:t/>
            </a:r>
          </a:p>
        </p:txBody>
      </p:sp>
      <p:sp>
        <p:nvSpPr>
          <p:cNvPr id="47" name="Текст 35">
            <a:extLst>
              <a:ext uri="{FF2B5EF4-FFF2-40B4-BE49-F238E27FC236}">
                <a16:creationId xmlns:a16="http://schemas.microsoft.com/office/drawing/2014/main" id="{FACA3955-006D-424E-AF29-FC0EE3BE860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06323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 pitchFamily="2" charset="2"/>
              <a:buChar char="§"/>
              <a:defRPr sz="1400"/>
            </a:lvl1pPr>
          </a:lstStyle>
          <a:p>
            <a:pPr lvl="0"/>
            <a:r>
              <a:rPr lang="ru-RU" dirty="0"/>
              <a:t/>
            </a:r>
          </a:p>
          <a:p>
            <a:pPr lvl="0"/>
            <a:r>
              <a:rPr lang="en-US" dirty="0"/>
              <a:t/>
            </a:r>
          </a:p>
          <a:p>
            <a:pPr lvl="0"/>
            <a:r>
              <a:rPr lang="ru-RU" dirty="0"/>
              <a:t/>
            </a:r>
          </a:p>
        </p:txBody>
      </p:sp>
      <p:sp>
        <p:nvSpPr>
          <p:cNvPr id="49" name="Текст 35">
            <a:extLst>
              <a:ext uri="{FF2B5EF4-FFF2-40B4-BE49-F238E27FC236}">
                <a16:creationId xmlns:a16="http://schemas.microsoft.com/office/drawing/2014/main" id="{D134429E-1F41-4952-92F7-E1A3625ABBD9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3014568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 pitchFamily="2" charset="2"/>
              <a:buChar char="§"/>
              <a:defRPr sz="1400"/>
            </a:lvl1pPr>
          </a:lstStyle>
          <a:p>
            <a:pPr lvl="0"/>
            <a:r>
              <a:rPr lang="ru-RU" dirty="0"/>
              <a:t/>
            </a:r>
          </a:p>
          <a:p>
            <a:pPr lvl="0"/>
            <a:r>
              <a:rPr lang="en-US" dirty="0"/>
              <a:t/>
            </a:r>
          </a:p>
          <a:p>
            <a:pPr lvl="0"/>
            <a:r>
              <a:rPr lang="ru-RU" dirty="0"/>
              <a:t/>
            </a:r>
          </a:p>
        </p:txBody>
      </p:sp>
      <p:sp>
        <p:nvSpPr>
          <p:cNvPr id="51" name="Текст 35">
            <a:extLst>
              <a:ext uri="{FF2B5EF4-FFF2-40B4-BE49-F238E27FC236}">
                <a16:creationId xmlns:a16="http://schemas.microsoft.com/office/drawing/2014/main" id="{62B71317-1166-483E-8736-3204197AE648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5191192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 pitchFamily="2" charset="2"/>
              <a:buChar char="§"/>
              <a:defRPr sz="1400"/>
            </a:lvl1pPr>
          </a:lstStyle>
          <a:p>
            <a:pPr lvl="0"/>
            <a:r>
              <a:rPr lang="ru-RU" dirty="0"/>
              <a:t/>
            </a:r>
          </a:p>
          <a:p>
            <a:pPr lvl="0"/>
            <a:r>
              <a:rPr lang="en-US" dirty="0"/>
              <a:t/>
            </a:r>
          </a:p>
          <a:p>
            <a:pPr lvl="0"/>
            <a:r>
              <a:rPr lang="ru-RU" dirty="0"/>
              <a:t/>
            </a:r>
          </a:p>
        </p:txBody>
      </p:sp>
      <p:sp>
        <p:nvSpPr>
          <p:cNvPr id="53" name="Текст 35">
            <a:extLst>
              <a:ext uri="{FF2B5EF4-FFF2-40B4-BE49-F238E27FC236}">
                <a16:creationId xmlns:a16="http://schemas.microsoft.com/office/drawing/2014/main" id="{FE441C73-4DA4-470D-B9C8-52D6075710B5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7366644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 pitchFamily="2" charset="2"/>
              <a:buChar char="§"/>
              <a:defRPr sz="1400"/>
            </a:lvl1pPr>
          </a:lstStyle>
          <a:p>
            <a:pPr lvl="0"/>
            <a:r>
              <a:rPr lang="ru-RU" dirty="0"/>
              <a:t/>
            </a:r>
          </a:p>
          <a:p>
            <a:pPr lvl="0"/>
            <a:r>
              <a:rPr lang="en-US" dirty="0"/>
              <a:t/>
            </a:r>
          </a:p>
          <a:p>
            <a:pPr lvl="0"/>
            <a:r>
              <a:rPr lang="ru-RU" dirty="0"/>
              <a:t/>
            </a:r>
          </a:p>
        </p:txBody>
      </p:sp>
      <p:sp>
        <p:nvSpPr>
          <p:cNvPr id="55" name="Текст 35">
            <a:extLst>
              <a:ext uri="{FF2B5EF4-FFF2-40B4-BE49-F238E27FC236}">
                <a16:creationId xmlns:a16="http://schemas.microsoft.com/office/drawing/2014/main" id="{8792BADF-06A6-41F5-BB39-A425B78E145D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9542096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 pitchFamily="2" charset="2"/>
              <a:buChar char="§"/>
              <a:defRPr sz="1400"/>
            </a:lvl1pPr>
          </a:lstStyle>
          <a:p>
            <a:pPr lvl="0"/>
            <a:r>
              <a:rPr lang="ru-RU" dirty="0"/>
              <a:t/>
            </a:r>
          </a:p>
          <a:p>
            <a:pPr lvl="0"/>
            <a:r>
              <a:rPr lang="en-US" dirty="0"/>
              <a:t/>
            </a:r>
          </a:p>
          <a:p>
            <a:pPr lvl="0"/>
            <a:r>
              <a:rPr lang="ru-RU" dirty="0"/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21874350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устой с заголовко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Дата 3">
            <a:extLst>
              <a:ext uri="{FF2B5EF4-FFF2-40B4-BE49-F238E27FC236}">
                <a16:creationId xmlns:a16="http://schemas.microsoft.com/office/drawing/2014/main" id="{1BE2B7EA-895D-4C57-B021-3ADF48C5983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1021F813-DBA1-42EC-A748-A9CC16659E6B}" type="datetime1">
              <a:rPr lang="ru-RU" smtClean="0"/>
              <a:t>14.09.2026</a:t>
            </a:fld>
            <a:endParaRPr lang="ru-RU"/>
          </a:p>
        </p:txBody>
      </p:sp>
      <p:sp>
        <p:nvSpPr>
          <p:cNvPr id="10" name="Нижний колонтитул 4">
            <a:extLst>
              <a:ext uri="{FF2B5EF4-FFF2-40B4-BE49-F238E27FC236}">
                <a16:creationId xmlns:a16="http://schemas.microsoft.com/office/drawing/2014/main" id="{8A502BD2-9512-4029-B654-E898F0583F0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11" name="Номер слайда 5">
            <a:extLst>
              <a:ext uri="{FF2B5EF4-FFF2-40B4-BE49-F238E27FC236}">
                <a16:creationId xmlns:a16="http://schemas.microsoft.com/office/drawing/2014/main" id="{E6724899-9B39-4945-8292-0304D1DFF6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664328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Текст 2">
            <a:extLst>
              <a:ext uri="{FF2B5EF4-FFF2-40B4-BE49-F238E27FC236}">
                <a16:creationId xmlns:a16="http://schemas.microsoft.com/office/drawing/2014/main" id="{35915C91-9468-44E0-9A6A-47C151E1C5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5392" y="1016177"/>
            <a:ext cx="11561229" cy="51607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  <a:lvl2pPr>
              <a:defRPr>
                <a:solidFill>
                  <a:schemeClr val="bg1">
                    <a:lumMod val="95000"/>
                  </a:schemeClr>
                </a:solidFill>
              </a:defRPr>
            </a:lvl2pPr>
            <a:lvl3pPr>
              <a:defRPr>
                <a:solidFill>
                  <a:schemeClr val="bg1">
                    <a:lumMod val="95000"/>
                  </a:schemeClr>
                </a:solidFill>
              </a:defRPr>
            </a:lvl3pPr>
            <a:lvl4pPr>
              <a:defRPr>
                <a:solidFill>
                  <a:schemeClr val="bg1">
                    <a:lumMod val="95000"/>
                  </a:schemeClr>
                </a:solidFill>
              </a:defRPr>
            </a:lvl4pPr>
            <a:lvl5pPr>
              <a:defRPr>
                <a:solidFill>
                  <a:schemeClr val="bg1">
                    <a:lumMod val="95000"/>
                  </a:schemeClr>
                </a:solidFill>
              </a:defRPr>
            </a:lvl5pPr>
          </a:lstStyle>
          <a:p>
            <a:pPr lvl="0"/>
            <a:r>
              <a:rPr lang="ru-RU" dirty="0"/>
              <a:t/>
            </a:r>
          </a:p>
          <a:p>
            <a:pPr lvl="1"/>
            <a:r>
              <a:rPr lang="ru-RU" dirty="0"/>
              <a:t/>
            </a:r>
          </a:p>
          <a:p>
            <a:pPr lvl="2"/>
            <a:r>
              <a:rPr lang="ru-RU" dirty="0"/>
              <a:t/>
            </a:r>
          </a:p>
          <a:p>
            <a:pPr lvl="3"/>
            <a:r>
              <a:rPr lang="ru-RU" dirty="0"/>
              <a:t/>
            </a:r>
          </a:p>
          <a:p>
            <a:pPr lvl="4"/>
            <a:r>
              <a:rPr lang="ru-RU" dirty="0"/>
              <a:t/>
            </a:r>
          </a:p>
        </p:txBody>
      </p:sp>
      <p:sp>
        <p:nvSpPr>
          <p:cNvPr id="21" name="Дата 3">
            <a:extLst>
              <a:ext uri="{FF2B5EF4-FFF2-40B4-BE49-F238E27FC236}">
                <a16:creationId xmlns:a16="http://schemas.microsoft.com/office/drawing/2014/main" id="{6043336A-E468-4FC7-B11B-D72F244391A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7DE2642A-6018-4CC1-81AB-5FD8D2782D4F}" type="datetime1">
              <a:rPr lang="ru-RU" smtClean="0"/>
              <a:t>14.09.2026</a:t>
            </a:fld>
            <a:endParaRPr lang="ru-RU"/>
          </a:p>
        </p:txBody>
      </p:sp>
      <p:sp>
        <p:nvSpPr>
          <p:cNvPr id="22" name="Нижний колонтитул 4">
            <a:extLst>
              <a:ext uri="{FF2B5EF4-FFF2-40B4-BE49-F238E27FC236}">
                <a16:creationId xmlns:a16="http://schemas.microsoft.com/office/drawing/2014/main" id="{49E78A2F-D265-4D7D-BF63-75BF9ACF92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23" name="Номер слайда 5">
            <a:extLst>
              <a:ext uri="{FF2B5EF4-FFF2-40B4-BE49-F238E27FC236}">
                <a16:creationId xmlns:a16="http://schemas.microsoft.com/office/drawing/2014/main" id="{25A0EB89-1F02-40E6-9D89-EAA34874BF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4" name="Заголовок 1">
            <a:extLst>
              <a:ext uri="{FF2B5EF4-FFF2-40B4-BE49-F238E27FC236}">
                <a16:creationId xmlns:a16="http://schemas.microsoft.com/office/drawing/2014/main" id="{D3BCB09B-B5ED-4308-BCBC-7DB6BF7E0D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ru-RU" dirty="0"/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32468899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DE4079CB-26E5-4E7E-8375-84F47484485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15387" y="1016001"/>
            <a:ext cx="5704418" cy="5184774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C0B9B70F-56BE-4BFF-9AF1-3E24439A89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6" y="1016001"/>
            <a:ext cx="5670473" cy="5184774"/>
          </a:xfr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14" name="Дата 3">
            <a:extLst>
              <a:ext uri="{FF2B5EF4-FFF2-40B4-BE49-F238E27FC236}">
                <a16:creationId xmlns:a16="http://schemas.microsoft.com/office/drawing/2014/main" id="{A4424B46-3BA8-41B1-9808-8558C0F0E6E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43014BBE-C503-4380-A869-5EE8294FE947}" type="datetime1">
              <a:rPr lang="ru-RU" smtClean="0"/>
              <a:t>14.09.2026</a:t>
            </a:fld>
            <a:endParaRPr lang="ru-RU"/>
          </a:p>
        </p:txBody>
      </p:sp>
      <p:sp>
        <p:nvSpPr>
          <p:cNvPr id="15" name="Нижний колонтитул 4">
            <a:extLst>
              <a:ext uri="{FF2B5EF4-FFF2-40B4-BE49-F238E27FC236}">
                <a16:creationId xmlns:a16="http://schemas.microsoft.com/office/drawing/2014/main" id="{4D73747B-1894-47A4-9E8B-797D1562EA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16" name="Номер слайда 5">
            <a:extLst>
              <a:ext uri="{FF2B5EF4-FFF2-40B4-BE49-F238E27FC236}">
                <a16:creationId xmlns:a16="http://schemas.microsoft.com/office/drawing/2014/main" id="{0C3B5973-5E99-43F7-82C6-8E450D7A985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7" name="Заголовок 1">
            <a:extLst>
              <a:ext uri="{FF2B5EF4-FFF2-40B4-BE49-F238E27FC236}">
                <a16:creationId xmlns:a16="http://schemas.microsoft.com/office/drawing/2014/main" id="{96698D82-4C1C-4876-84CF-285AAC9104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2158693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2">
            <a:extLst>
              <a:ext uri="{FF2B5EF4-FFF2-40B4-BE49-F238E27FC236}">
                <a16:creationId xmlns:a16="http://schemas.microsoft.com/office/drawing/2014/main" id="{D286EEAA-87D1-47A5-B9C0-E5BAD703F0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5386" y="1015427"/>
            <a:ext cx="5682193" cy="365125"/>
          </a:xfrm>
        </p:spPr>
        <p:txBody>
          <a:bodyPr anchor="b">
            <a:normAutofit/>
          </a:bodyPr>
          <a:lstStyle>
            <a:lvl1pPr marL="0" indent="0">
              <a:buNone/>
              <a:defRPr sz="1400" b="1"/>
            </a:lvl1pPr>
            <a:lvl2pPr marL="289378" indent="0">
              <a:buNone/>
              <a:defRPr sz="1266" b="1"/>
            </a:lvl2pPr>
            <a:lvl3pPr marL="578755" indent="0">
              <a:buNone/>
              <a:defRPr sz="1141" b="1"/>
            </a:lvl3pPr>
            <a:lvl4pPr marL="868132" indent="0">
              <a:buNone/>
              <a:defRPr sz="1013" b="1"/>
            </a:lvl4pPr>
            <a:lvl5pPr marL="1157510" indent="0">
              <a:buNone/>
              <a:defRPr sz="1013" b="1"/>
            </a:lvl5pPr>
            <a:lvl6pPr marL="1446887" indent="0">
              <a:buNone/>
              <a:defRPr sz="1013" b="1"/>
            </a:lvl6pPr>
            <a:lvl7pPr marL="1736266" indent="0">
              <a:buNone/>
              <a:defRPr sz="1013" b="1"/>
            </a:lvl7pPr>
            <a:lvl8pPr marL="2025644" indent="0">
              <a:buNone/>
              <a:defRPr sz="1013" b="1"/>
            </a:lvl8pPr>
            <a:lvl9pPr marL="2315021" indent="0">
              <a:buNone/>
              <a:defRPr sz="1013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4A2D29F1-B583-4C98-B07B-171DC3552B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49334" y="1598615"/>
            <a:ext cx="5648250" cy="46021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RU" dirty="0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DE6D3064-465D-4982-AF9F-41FF98FCBF9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5" y="1015427"/>
            <a:ext cx="5684841" cy="365125"/>
          </a:xfrm>
        </p:spPr>
        <p:txBody>
          <a:bodyPr anchor="b">
            <a:normAutofit/>
          </a:bodyPr>
          <a:lstStyle>
            <a:lvl1pPr marL="0" indent="0">
              <a:buNone/>
              <a:defRPr sz="1400" b="1"/>
            </a:lvl1pPr>
            <a:lvl2pPr marL="289378" indent="0">
              <a:buNone/>
              <a:defRPr sz="1266" b="1"/>
            </a:lvl2pPr>
            <a:lvl3pPr marL="578755" indent="0">
              <a:buNone/>
              <a:defRPr sz="1141" b="1"/>
            </a:lvl3pPr>
            <a:lvl4pPr marL="868132" indent="0">
              <a:buNone/>
              <a:defRPr sz="1013" b="1"/>
            </a:lvl4pPr>
            <a:lvl5pPr marL="1157510" indent="0">
              <a:buNone/>
              <a:defRPr sz="1013" b="1"/>
            </a:lvl5pPr>
            <a:lvl6pPr marL="1446887" indent="0">
              <a:buNone/>
              <a:defRPr sz="1013" b="1"/>
            </a:lvl6pPr>
            <a:lvl7pPr marL="1736266" indent="0">
              <a:buNone/>
              <a:defRPr sz="1013" b="1"/>
            </a:lvl7pPr>
            <a:lvl8pPr marL="2025644" indent="0">
              <a:buNone/>
              <a:defRPr sz="1013" b="1"/>
            </a:lvl8pPr>
            <a:lvl9pPr marL="2315021" indent="0">
              <a:buNone/>
              <a:defRPr sz="1013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960E92CA-C4D7-4946-B437-9FCD4AA3134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2" y="1598615"/>
            <a:ext cx="5670473" cy="46021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12" name="Дата 3">
            <a:extLst>
              <a:ext uri="{FF2B5EF4-FFF2-40B4-BE49-F238E27FC236}">
                <a16:creationId xmlns:a16="http://schemas.microsoft.com/office/drawing/2014/main" id="{50BC46DB-57AA-4551-8F67-742F842E120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0D568497-304A-497F-ADAE-97D3CF462C1C}" type="datetime1">
              <a:rPr lang="ru-RU" smtClean="0"/>
              <a:t>14.09.2026</a:t>
            </a:fld>
            <a:endParaRPr lang="ru-RU"/>
          </a:p>
        </p:txBody>
      </p:sp>
      <p:sp>
        <p:nvSpPr>
          <p:cNvPr id="13" name="Нижний колонтитул 4">
            <a:extLst>
              <a:ext uri="{FF2B5EF4-FFF2-40B4-BE49-F238E27FC236}">
                <a16:creationId xmlns:a16="http://schemas.microsoft.com/office/drawing/2014/main" id="{F2048DE5-D653-4BDE-8495-A22EF4A50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14" name="Номер слайда 5">
            <a:extLst>
              <a:ext uri="{FF2B5EF4-FFF2-40B4-BE49-F238E27FC236}">
                <a16:creationId xmlns:a16="http://schemas.microsoft.com/office/drawing/2014/main" id="{E0E8C4D1-B7B4-4A6B-87A1-354341CD6A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5" name="Заголовок 1">
            <a:extLst>
              <a:ext uri="{FF2B5EF4-FFF2-40B4-BE49-F238E27FC236}">
                <a16:creationId xmlns:a16="http://schemas.microsoft.com/office/drawing/2014/main" id="{B533CD5F-4B3E-426C-9977-6EFBE36EEA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9334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14494714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92CB240C-04A3-49D4-83F9-87A9C6C414DC}" type="datetime1">
              <a:rPr lang="ru-RU" smtClean="0"/>
              <a:t>14.09.2026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551382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8799615-B88F-452A-A6CA-6793B831650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4966" y="1015999"/>
            <a:ext cx="4437062" cy="1213417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B30D2CC-2D7F-43FF-B9B4-355F7E4643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94" y="1015999"/>
            <a:ext cx="6673847" cy="5049521"/>
          </a:xfrm>
        </p:spPr>
        <p:txBody>
          <a:bodyPr>
            <a:normAutofit/>
          </a:bodyPr>
          <a:lstStyle>
            <a:lvl1pPr>
              <a:defRPr sz="1773"/>
            </a:lvl1pPr>
            <a:lvl2pPr>
              <a:defRPr sz="1520"/>
            </a:lvl2pPr>
            <a:lvl3pPr>
              <a:defRPr sz="1266"/>
            </a:lvl3pPr>
            <a:lvl4pPr>
              <a:defRPr sz="1141"/>
            </a:lvl4pPr>
            <a:lvl5pPr>
              <a:defRPr sz="1141"/>
            </a:lvl5pPr>
            <a:lvl6pPr>
              <a:defRPr sz="1266"/>
            </a:lvl6pPr>
            <a:lvl7pPr>
              <a:defRPr sz="1266"/>
            </a:lvl7pPr>
            <a:lvl8pPr>
              <a:defRPr sz="1266"/>
            </a:lvl8pPr>
            <a:lvl9pPr>
              <a:defRPr sz="1266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23E8D86B-609C-423A-9220-D7DC81877B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34966" y="2428239"/>
            <a:ext cx="4437062" cy="3637281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289378" indent="0">
              <a:buNone/>
              <a:defRPr sz="886"/>
            </a:lvl2pPr>
            <a:lvl3pPr marL="578755" indent="0">
              <a:buNone/>
              <a:defRPr sz="760"/>
            </a:lvl3pPr>
            <a:lvl4pPr marL="868132" indent="0">
              <a:buNone/>
              <a:defRPr sz="631"/>
            </a:lvl4pPr>
            <a:lvl5pPr marL="1157510" indent="0">
              <a:buNone/>
              <a:defRPr sz="631"/>
            </a:lvl5pPr>
            <a:lvl6pPr marL="1446887" indent="0">
              <a:buNone/>
              <a:defRPr sz="631"/>
            </a:lvl6pPr>
            <a:lvl7pPr marL="1736266" indent="0">
              <a:buNone/>
              <a:defRPr sz="631"/>
            </a:lvl7pPr>
            <a:lvl8pPr marL="2025644" indent="0">
              <a:buNone/>
              <a:defRPr sz="631"/>
            </a:lvl8pPr>
            <a:lvl9pPr marL="2315021" indent="0">
              <a:buNone/>
              <a:defRPr sz="63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8" name="Дата 3">
            <a:extLst>
              <a:ext uri="{FF2B5EF4-FFF2-40B4-BE49-F238E27FC236}">
                <a16:creationId xmlns:a16="http://schemas.microsoft.com/office/drawing/2014/main" id="{3D3B951D-08AE-4736-8D36-4EB9974DAC4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DE74468B-3512-454B-AB51-7AE95604D39E}" type="datetime1">
              <a:rPr lang="ru-RU" smtClean="0"/>
              <a:t>14.09.2026</a:t>
            </a:fld>
            <a:endParaRPr lang="ru-RU"/>
          </a:p>
        </p:txBody>
      </p:sp>
      <p:sp>
        <p:nvSpPr>
          <p:cNvPr id="9" name="Нижний колонтитул 4">
            <a:extLst>
              <a:ext uri="{FF2B5EF4-FFF2-40B4-BE49-F238E27FC236}">
                <a16:creationId xmlns:a16="http://schemas.microsoft.com/office/drawing/2014/main" id="{D1D906C7-232A-4192-A02B-35F76470023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10" name="Номер слайда 5">
            <a:extLst>
              <a:ext uri="{FF2B5EF4-FFF2-40B4-BE49-F238E27FC236}">
                <a16:creationId xmlns:a16="http://schemas.microsoft.com/office/drawing/2014/main" id="{0E0F42FE-1DE2-4412-B92B-28748FBE7FC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558501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4">
            <a:extLst>
              <a:ext uri="{FF2B5EF4-FFF2-40B4-BE49-F238E27FC236}">
                <a16:creationId xmlns:a16="http://schemas.microsoft.com/office/drawing/2014/main" id="{6492DF34-242F-4712-ACC0-85E96FE006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B2196-A440-4E25-B9FF-D0ADB01B1A15}" type="datetime1">
              <a:rPr lang="ru-RU" smtClean="0"/>
              <a:t>14.09.2026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A5BFC209-E220-4DB1-9582-A06EDB7066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1" name="Заголовок 1">
            <a:extLst>
              <a:ext uri="{FF2B5EF4-FFF2-40B4-BE49-F238E27FC236}">
                <a16:creationId xmlns:a16="http://schemas.microsoft.com/office/drawing/2014/main" id="{F045645C-2F92-4AF1-B96A-C79DEB76E78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02640" y="3922529"/>
            <a:ext cx="5293359" cy="1654542"/>
          </a:xfrm>
        </p:spPr>
        <p:txBody>
          <a:bodyPr anchor="ctr" anchorCtr="0"/>
          <a:lstStyle>
            <a:lvl1pPr algn="l">
              <a:defRPr sz="28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18" name="Номер слайда 5">
            <a:extLst>
              <a:ext uri="{FF2B5EF4-FFF2-40B4-BE49-F238E27FC236}">
                <a16:creationId xmlns:a16="http://schemas.microsoft.com/office/drawing/2014/main" id="{424E19F6-1411-4AFE-9677-D4180DA214C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05715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одержание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C7BAE699-64F9-49EF-B784-2DEF2B221955}" type="datetime1">
              <a:rPr lang="ru-RU" smtClean="0"/>
              <a:t>14.09.2026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1" name="Текст 6">
            <a:extLst>
              <a:ext uri="{FF2B5EF4-FFF2-40B4-BE49-F238E27FC236}">
                <a16:creationId xmlns:a16="http://schemas.microsoft.com/office/drawing/2014/main" id="{A8E19DA3-4B31-4259-B9A7-5F7A2E642854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873541" y="1222713"/>
            <a:ext cx="3866856" cy="423628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/>
            </a:r>
          </a:p>
        </p:txBody>
      </p:sp>
      <p:sp>
        <p:nvSpPr>
          <p:cNvPr id="12" name="Текст 9">
            <a:extLst>
              <a:ext uri="{FF2B5EF4-FFF2-40B4-BE49-F238E27FC236}">
                <a16:creationId xmlns:a16="http://schemas.microsoft.com/office/drawing/2014/main" id="{42FEA996-0F55-4FCB-8FCC-C78FEA766CFA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873544" y="1790324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/>
            </a:r>
          </a:p>
        </p:txBody>
      </p:sp>
      <p:sp>
        <p:nvSpPr>
          <p:cNvPr id="13" name="Текст 6">
            <a:extLst>
              <a:ext uri="{FF2B5EF4-FFF2-40B4-BE49-F238E27FC236}">
                <a16:creationId xmlns:a16="http://schemas.microsoft.com/office/drawing/2014/main" id="{C4D8DFD8-867D-4062-800E-27B73FA83BFA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854185" y="2826697"/>
            <a:ext cx="3866856" cy="403756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/>
            </a:r>
          </a:p>
        </p:txBody>
      </p:sp>
      <p:sp>
        <p:nvSpPr>
          <p:cNvPr id="14" name="Текст 9">
            <a:extLst>
              <a:ext uri="{FF2B5EF4-FFF2-40B4-BE49-F238E27FC236}">
                <a16:creationId xmlns:a16="http://schemas.microsoft.com/office/drawing/2014/main" id="{01B4FB59-79EB-42C6-8468-505204DD843D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54185" y="3374436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/>
            </a:r>
          </a:p>
        </p:txBody>
      </p:sp>
      <p:sp>
        <p:nvSpPr>
          <p:cNvPr id="15" name="Текст 6">
            <a:extLst>
              <a:ext uri="{FF2B5EF4-FFF2-40B4-BE49-F238E27FC236}">
                <a16:creationId xmlns:a16="http://schemas.microsoft.com/office/drawing/2014/main" id="{2DD2E24E-A578-41A0-8812-3CEB5EB7DE20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854185" y="4410809"/>
            <a:ext cx="3866856" cy="403913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/>
            </a:r>
          </a:p>
        </p:txBody>
      </p:sp>
      <p:sp>
        <p:nvSpPr>
          <p:cNvPr id="16" name="Текст 9">
            <a:extLst>
              <a:ext uri="{FF2B5EF4-FFF2-40B4-BE49-F238E27FC236}">
                <a16:creationId xmlns:a16="http://schemas.microsoft.com/office/drawing/2014/main" id="{29120726-8DD9-4194-A282-2630D18F49EA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1854185" y="4958548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/>
            </a:r>
          </a:p>
        </p:txBody>
      </p:sp>
      <p:sp>
        <p:nvSpPr>
          <p:cNvPr id="20" name="Текст 6">
            <a:extLst>
              <a:ext uri="{FF2B5EF4-FFF2-40B4-BE49-F238E27FC236}">
                <a16:creationId xmlns:a16="http://schemas.microsoft.com/office/drawing/2014/main" id="{F30BC2DD-F35E-474E-A833-EA478E7F80B7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7546648" y="1222713"/>
            <a:ext cx="3866856" cy="423628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/>
            </a:r>
          </a:p>
        </p:txBody>
      </p:sp>
      <p:sp>
        <p:nvSpPr>
          <p:cNvPr id="21" name="Текст 9">
            <a:extLst>
              <a:ext uri="{FF2B5EF4-FFF2-40B4-BE49-F238E27FC236}">
                <a16:creationId xmlns:a16="http://schemas.microsoft.com/office/drawing/2014/main" id="{7124A073-4FEB-4F54-A9B4-6797D7B46CC3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7546651" y="1790324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/>
            </a:r>
          </a:p>
        </p:txBody>
      </p:sp>
      <p:sp>
        <p:nvSpPr>
          <p:cNvPr id="22" name="Текст 6">
            <a:extLst>
              <a:ext uri="{FF2B5EF4-FFF2-40B4-BE49-F238E27FC236}">
                <a16:creationId xmlns:a16="http://schemas.microsoft.com/office/drawing/2014/main" id="{17FB4F65-9ABC-4376-8283-0F33F9BB91D6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7527292" y="2826697"/>
            <a:ext cx="3866856" cy="403756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/>
            </a:r>
          </a:p>
        </p:txBody>
      </p:sp>
      <p:sp>
        <p:nvSpPr>
          <p:cNvPr id="23" name="Текст 9">
            <a:extLst>
              <a:ext uri="{FF2B5EF4-FFF2-40B4-BE49-F238E27FC236}">
                <a16:creationId xmlns:a16="http://schemas.microsoft.com/office/drawing/2014/main" id="{C2E3AAAD-E9EB-4A42-ADAF-EDA850F01ED1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7527292" y="3374436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/>
            </a:r>
          </a:p>
        </p:txBody>
      </p:sp>
      <p:sp>
        <p:nvSpPr>
          <p:cNvPr id="24" name="Текст 6">
            <a:extLst>
              <a:ext uri="{FF2B5EF4-FFF2-40B4-BE49-F238E27FC236}">
                <a16:creationId xmlns:a16="http://schemas.microsoft.com/office/drawing/2014/main" id="{835470A4-56EB-4A53-A875-42155372D2DA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7527292" y="4410809"/>
            <a:ext cx="3866856" cy="403913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/>
            </a:r>
          </a:p>
        </p:txBody>
      </p:sp>
      <p:sp>
        <p:nvSpPr>
          <p:cNvPr id="25" name="Текст 9">
            <a:extLst>
              <a:ext uri="{FF2B5EF4-FFF2-40B4-BE49-F238E27FC236}">
                <a16:creationId xmlns:a16="http://schemas.microsoft.com/office/drawing/2014/main" id="{ED3CC4C2-7EF9-4A4B-BDD1-B16EF36B84C3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7527292" y="4958548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/>
            </a:r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/>
            </a:r>
          </a:p>
        </p:txBody>
      </p:sp>
      <p:sp>
        <p:nvSpPr>
          <p:cNvPr id="27" name="Текст 6">
            <a:extLst>
              <a:ext uri="{FF2B5EF4-FFF2-40B4-BE49-F238E27FC236}">
                <a16:creationId xmlns:a16="http://schemas.microsoft.com/office/drawing/2014/main" id="{53CEA4EC-5717-426C-A1A1-534D0A055245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78493" y="1187988"/>
            <a:ext cx="771003" cy="423628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/>
            </a:r>
          </a:p>
        </p:txBody>
      </p:sp>
      <p:sp>
        <p:nvSpPr>
          <p:cNvPr id="28" name="Текст 6">
            <a:extLst>
              <a:ext uri="{FF2B5EF4-FFF2-40B4-BE49-F238E27FC236}">
                <a16:creationId xmlns:a16="http://schemas.microsoft.com/office/drawing/2014/main" id="{ECD22E46-ECAB-4A6C-9243-E1661118B477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759137" y="2791972"/>
            <a:ext cx="771003" cy="403756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/>
            </a:r>
          </a:p>
        </p:txBody>
      </p:sp>
      <p:sp>
        <p:nvSpPr>
          <p:cNvPr id="29" name="Текст 6">
            <a:extLst>
              <a:ext uri="{FF2B5EF4-FFF2-40B4-BE49-F238E27FC236}">
                <a16:creationId xmlns:a16="http://schemas.microsoft.com/office/drawing/2014/main" id="{A3CA815C-23B0-4736-B973-0A405AFC5D08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759137" y="4376084"/>
            <a:ext cx="771003" cy="403913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/>
            </a:r>
          </a:p>
        </p:txBody>
      </p:sp>
      <p:sp>
        <p:nvSpPr>
          <p:cNvPr id="30" name="Текст 6">
            <a:extLst>
              <a:ext uri="{FF2B5EF4-FFF2-40B4-BE49-F238E27FC236}">
                <a16:creationId xmlns:a16="http://schemas.microsoft.com/office/drawing/2014/main" id="{0C64CE05-E630-4FDE-B773-3165E579B3B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6451600" y="1187988"/>
            <a:ext cx="771003" cy="423628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/>
            </a:r>
          </a:p>
        </p:txBody>
      </p:sp>
      <p:sp>
        <p:nvSpPr>
          <p:cNvPr id="31" name="Текст 6">
            <a:extLst>
              <a:ext uri="{FF2B5EF4-FFF2-40B4-BE49-F238E27FC236}">
                <a16:creationId xmlns:a16="http://schemas.microsoft.com/office/drawing/2014/main" id="{52DBB510-86A6-45BB-B6E1-54FE5A86B490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432244" y="2791972"/>
            <a:ext cx="771003" cy="403756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/>
            </a:r>
          </a:p>
        </p:txBody>
      </p:sp>
      <p:sp>
        <p:nvSpPr>
          <p:cNvPr id="32" name="Текст 6">
            <a:extLst>
              <a:ext uri="{FF2B5EF4-FFF2-40B4-BE49-F238E27FC236}">
                <a16:creationId xmlns:a16="http://schemas.microsoft.com/office/drawing/2014/main" id="{CA530A5B-20B1-4742-8CF2-55C8F5CC1E91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6432244" y="4376084"/>
            <a:ext cx="771003" cy="403913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418885800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Фотографи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CAFA80CC-940E-479C-90C0-76DA923785E9}" type="datetime1">
              <a:rPr lang="ru-RU" smtClean="0"/>
              <a:t>14.09.2026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2682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/>
            </a:r>
          </a:p>
        </p:txBody>
      </p:sp>
      <p:sp>
        <p:nvSpPr>
          <p:cNvPr id="27" name="Рисунок 7">
            <a:extLst>
              <a:ext uri="{FF2B5EF4-FFF2-40B4-BE49-F238E27FC236}">
                <a16:creationId xmlns:a16="http://schemas.microsoft.com/office/drawing/2014/main" id="{7F6989B1-EABA-40DD-BFD6-7E0075CDDEE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440147" y="1016001"/>
            <a:ext cx="4405777" cy="3078479"/>
          </a:xfrm>
        </p:spPr>
        <p:txBody>
          <a:bodyPr/>
          <a:lstStyle/>
          <a:p>
            <a:endParaRPr lang="ru-RU"/>
          </a:p>
        </p:txBody>
      </p:sp>
      <p:sp>
        <p:nvSpPr>
          <p:cNvPr id="28" name="Рисунок 9">
            <a:extLst>
              <a:ext uri="{FF2B5EF4-FFF2-40B4-BE49-F238E27FC236}">
                <a16:creationId xmlns:a16="http://schemas.microsoft.com/office/drawing/2014/main" id="{C157B27F-5477-43C4-BE9E-F7CF2A081F1A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440149" y="4389108"/>
            <a:ext cx="4405775" cy="1811668"/>
          </a:xfrm>
        </p:spPr>
        <p:txBody>
          <a:bodyPr/>
          <a:lstStyle/>
          <a:p>
            <a:endParaRPr lang="ru-RU" dirty="0"/>
          </a:p>
        </p:txBody>
      </p:sp>
      <p:sp>
        <p:nvSpPr>
          <p:cNvPr id="29" name="Рисунок 11">
            <a:extLst>
              <a:ext uri="{FF2B5EF4-FFF2-40B4-BE49-F238E27FC236}">
                <a16:creationId xmlns:a16="http://schemas.microsoft.com/office/drawing/2014/main" id="{3E695B26-F7D2-4380-AAA1-0FB24A689AA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346075" y="3223948"/>
            <a:ext cx="6806142" cy="2976827"/>
          </a:xfrm>
        </p:spPr>
        <p:txBody>
          <a:bodyPr/>
          <a:lstStyle/>
          <a:p>
            <a:endParaRPr lang="ru-RU"/>
          </a:p>
        </p:txBody>
      </p:sp>
      <p:sp>
        <p:nvSpPr>
          <p:cNvPr id="30" name="Текст 15">
            <a:extLst>
              <a:ext uri="{FF2B5EF4-FFF2-40B4-BE49-F238E27FC236}">
                <a16:creationId xmlns:a16="http://schemas.microsoft.com/office/drawing/2014/main" id="{7EA2CF14-9D94-4B6F-AAA7-0B38CBB654C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6075" y="1016001"/>
            <a:ext cx="6806142" cy="2029882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153601696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ункт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82A4DA7B-A7D8-4443-AD1C-4C7CDC678488}" type="datetime1">
              <a:rPr lang="ru-RU" smtClean="0"/>
              <a:t>14.09.2026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1107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/>
            </a:r>
          </a:p>
        </p:txBody>
      </p:sp>
      <p:sp>
        <p:nvSpPr>
          <p:cNvPr id="23" name="Текст 101">
            <a:extLst>
              <a:ext uri="{FF2B5EF4-FFF2-40B4-BE49-F238E27FC236}">
                <a16:creationId xmlns:a16="http://schemas.microsoft.com/office/drawing/2014/main" id="{B61EFF39-7063-4F67-A1C0-B9D05F3602E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994303" y="2973742"/>
            <a:ext cx="2190810" cy="910516"/>
          </a:xfrm>
        </p:spPr>
        <p:txBody>
          <a:bodyPr/>
          <a:lstStyle>
            <a:lvl1pPr marL="0" indent="0" algn="ctr">
              <a:buNone/>
              <a:defRPr lang="ru-RU" dirty="0"/>
            </a:lvl1pPr>
          </a:lstStyle>
          <a:p>
            <a:pPr lvl="0"/>
            <a:r>
              <a:rPr lang="ru-RU" dirty="0"/>
              <a:t/>
            </a:r>
          </a:p>
        </p:txBody>
      </p:sp>
      <p:sp>
        <p:nvSpPr>
          <p:cNvPr id="75" name="Текст 74">
            <a:extLst>
              <a:ext uri="{FF2B5EF4-FFF2-40B4-BE49-F238E27FC236}">
                <a16:creationId xmlns:a16="http://schemas.microsoft.com/office/drawing/2014/main" id="{A0F2F041-BB01-463D-9CD2-6A231D59240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662924" y="1588128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ru-RU" dirty="0"/>
              <a:t/>
            </a:r>
          </a:p>
        </p:txBody>
      </p:sp>
      <p:sp>
        <p:nvSpPr>
          <p:cNvPr id="76" name="Текст 74">
            <a:extLst>
              <a:ext uri="{FF2B5EF4-FFF2-40B4-BE49-F238E27FC236}">
                <a16:creationId xmlns:a16="http://schemas.microsoft.com/office/drawing/2014/main" id="{58BDD636-A558-406A-A768-05FF3D12BD8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662924" y="2445138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ru-RU" dirty="0"/>
              <a:t/>
            </a:r>
          </a:p>
        </p:txBody>
      </p:sp>
      <p:sp>
        <p:nvSpPr>
          <p:cNvPr id="77" name="Текст 74">
            <a:extLst>
              <a:ext uri="{FF2B5EF4-FFF2-40B4-BE49-F238E27FC236}">
                <a16:creationId xmlns:a16="http://schemas.microsoft.com/office/drawing/2014/main" id="{53EE4994-79EE-43D0-B40B-E2DE25879B8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662924" y="3302147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ru-RU" dirty="0"/>
              <a:t/>
            </a:r>
          </a:p>
        </p:txBody>
      </p:sp>
      <p:sp>
        <p:nvSpPr>
          <p:cNvPr id="78" name="Текст 74">
            <a:extLst>
              <a:ext uri="{FF2B5EF4-FFF2-40B4-BE49-F238E27FC236}">
                <a16:creationId xmlns:a16="http://schemas.microsoft.com/office/drawing/2014/main" id="{4CD31D83-EE69-46A0-B5B2-B2969969DCFB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662924" y="4159156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ru-RU" dirty="0"/>
              <a:t/>
            </a:r>
          </a:p>
        </p:txBody>
      </p:sp>
      <p:sp>
        <p:nvSpPr>
          <p:cNvPr id="79" name="Текст 74">
            <a:extLst>
              <a:ext uri="{FF2B5EF4-FFF2-40B4-BE49-F238E27FC236}">
                <a16:creationId xmlns:a16="http://schemas.microsoft.com/office/drawing/2014/main" id="{BFB2A4EF-E632-42AC-82F0-453D4A95A9E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662924" y="5016166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ru-RU" dirty="0"/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137610971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татисти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44E505DF-C567-47F2-9374-60838F800101}" type="datetime1">
              <a:rPr lang="ru-RU" smtClean="0"/>
              <a:t>14.09.2026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1107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/>
            </a:r>
          </a:p>
        </p:txBody>
      </p:sp>
      <p:sp>
        <p:nvSpPr>
          <p:cNvPr id="11" name="Текст 35">
            <a:extLst>
              <a:ext uri="{FF2B5EF4-FFF2-40B4-BE49-F238E27FC236}">
                <a16:creationId xmlns:a16="http://schemas.microsoft.com/office/drawing/2014/main" id="{B1350734-1D64-4861-9813-14C6593B852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683077" y="1026867"/>
            <a:ext cx="4790314" cy="1615356"/>
          </a:xfrm>
          <a:prstGeom prst="roundRect">
            <a:avLst/>
          </a:prstGeom>
          <a:noFill/>
          <a:ln>
            <a:noFill/>
          </a:ln>
          <a:effectLst/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/>
            </a:r>
          </a:p>
        </p:txBody>
      </p:sp>
      <p:sp>
        <p:nvSpPr>
          <p:cNvPr id="12" name="Текст 35">
            <a:extLst>
              <a:ext uri="{FF2B5EF4-FFF2-40B4-BE49-F238E27FC236}">
                <a16:creationId xmlns:a16="http://schemas.microsoft.com/office/drawing/2014/main" id="{010826A5-76AC-452C-9459-7CC1CCF22ED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683077" y="1626932"/>
            <a:ext cx="4790314" cy="1015291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/>
            </a:r>
          </a:p>
        </p:txBody>
      </p:sp>
      <p:sp>
        <p:nvSpPr>
          <p:cNvPr id="14" name="Текст 35">
            <a:extLst>
              <a:ext uri="{FF2B5EF4-FFF2-40B4-BE49-F238E27FC236}">
                <a16:creationId xmlns:a16="http://schemas.microsoft.com/office/drawing/2014/main" id="{C694E912-AC3F-437A-90AD-A48291DCE9B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683077" y="2807582"/>
            <a:ext cx="4790314" cy="1615356"/>
          </a:xfrm>
          <a:prstGeom prst="roundRect">
            <a:avLst/>
          </a:prstGeom>
          <a:noFill/>
          <a:ln>
            <a:noFill/>
          </a:ln>
          <a:effectLst/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/>
            </a:r>
          </a:p>
        </p:txBody>
      </p:sp>
      <p:sp>
        <p:nvSpPr>
          <p:cNvPr id="15" name="Текст 35">
            <a:extLst>
              <a:ext uri="{FF2B5EF4-FFF2-40B4-BE49-F238E27FC236}">
                <a16:creationId xmlns:a16="http://schemas.microsoft.com/office/drawing/2014/main" id="{DE78EAF0-6854-4E73-A48A-917C1A86C3F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683077" y="3407647"/>
            <a:ext cx="4790314" cy="1015291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/>
            </a:r>
          </a:p>
        </p:txBody>
      </p:sp>
      <p:sp>
        <p:nvSpPr>
          <p:cNvPr id="16" name="Текст 35">
            <a:extLst>
              <a:ext uri="{FF2B5EF4-FFF2-40B4-BE49-F238E27FC236}">
                <a16:creationId xmlns:a16="http://schemas.microsoft.com/office/drawing/2014/main" id="{72D68DD9-6181-4C35-909B-154E5E309C9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683077" y="4584029"/>
            <a:ext cx="4790314" cy="1615356"/>
          </a:xfrm>
          <a:prstGeom prst="roundRect">
            <a:avLst/>
          </a:prstGeom>
          <a:noFill/>
          <a:ln>
            <a:noFill/>
          </a:ln>
          <a:effectLst/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/>
            </a:r>
          </a:p>
        </p:txBody>
      </p:sp>
      <p:sp>
        <p:nvSpPr>
          <p:cNvPr id="17" name="Текст 35">
            <a:extLst>
              <a:ext uri="{FF2B5EF4-FFF2-40B4-BE49-F238E27FC236}">
                <a16:creationId xmlns:a16="http://schemas.microsoft.com/office/drawing/2014/main" id="{7D5E34DD-827F-4597-BFDE-34D8830FB25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683077" y="5184094"/>
            <a:ext cx="4790314" cy="1015291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266994856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Статисти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2938A0C3-5C2F-47B8-B008-79A49A1195BA}" type="datetime1">
              <a:rPr lang="ru-RU" smtClean="0"/>
              <a:t>14.09.2026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9532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/>
            </a:r>
          </a:p>
        </p:txBody>
      </p:sp>
      <p:sp>
        <p:nvSpPr>
          <p:cNvPr id="11" name="Текст 35">
            <a:extLst>
              <a:ext uri="{FF2B5EF4-FFF2-40B4-BE49-F238E27FC236}">
                <a16:creationId xmlns:a16="http://schemas.microsoft.com/office/drawing/2014/main" id="{B1350734-1D64-4861-9813-14C6593B852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683077" y="1016000"/>
            <a:ext cx="4790314" cy="1021701"/>
          </a:xfrm>
          <a:prstGeom prst="roundRect">
            <a:avLst/>
          </a:prstGeom>
          <a:noFill/>
          <a:ln>
            <a:noFill/>
          </a:ln>
          <a:effectLst/>
        </p:spPr>
        <p:txBody>
          <a:bodyPr>
            <a:noAutofit/>
          </a:bodyPr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ru-RU" dirty="0"/>
              <a:t/>
            </a:r>
          </a:p>
        </p:txBody>
      </p:sp>
      <p:sp>
        <p:nvSpPr>
          <p:cNvPr id="12" name="Текст 35">
            <a:extLst>
              <a:ext uri="{FF2B5EF4-FFF2-40B4-BE49-F238E27FC236}">
                <a16:creationId xmlns:a16="http://schemas.microsoft.com/office/drawing/2014/main" id="{010826A5-76AC-452C-9459-7CC1CCF22ED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683077" y="1395537"/>
            <a:ext cx="4790314" cy="642164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/>
            </a:r>
          </a:p>
        </p:txBody>
      </p:sp>
      <p:sp>
        <p:nvSpPr>
          <p:cNvPr id="14" name="Текст 35">
            <a:extLst>
              <a:ext uri="{FF2B5EF4-FFF2-40B4-BE49-F238E27FC236}">
                <a16:creationId xmlns:a16="http://schemas.microsoft.com/office/drawing/2014/main" id="{C694E912-AC3F-437A-90AD-A48291DCE9B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683077" y="2284561"/>
            <a:ext cx="4790314" cy="1021701"/>
          </a:xfrm>
          <a:prstGeom prst="roundRect">
            <a:avLst/>
          </a:prstGeom>
          <a:noFill/>
          <a:ln>
            <a:noFill/>
          </a:ln>
          <a:effectLst/>
        </p:spPr>
        <p:txBody>
          <a:bodyPr>
            <a:noAutofit/>
          </a:bodyPr>
          <a:lstStyle>
            <a:lvl1pPr>
              <a:defRPr sz="1800" b="1">
                <a:solidFill>
                  <a:schemeClr val="accent5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ru-RU" dirty="0"/>
              <a:t/>
            </a:r>
          </a:p>
        </p:txBody>
      </p:sp>
      <p:sp>
        <p:nvSpPr>
          <p:cNvPr id="15" name="Текст 35">
            <a:extLst>
              <a:ext uri="{FF2B5EF4-FFF2-40B4-BE49-F238E27FC236}">
                <a16:creationId xmlns:a16="http://schemas.microsoft.com/office/drawing/2014/main" id="{DE78EAF0-6854-4E73-A48A-917C1A86C3F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683077" y="2664098"/>
            <a:ext cx="4790314" cy="642164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/>
            </a:r>
          </a:p>
        </p:txBody>
      </p:sp>
      <p:sp>
        <p:nvSpPr>
          <p:cNvPr id="16" name="Текст 35">
            <a:extLst>
              <a:ext uri="{FF2B5EF4-FFF2-40B4-BE49-F238E27FC236}">
                <a16:creationId xmlns:a16="http://schemas.microsoft.com/office/drawing/2014/main" id="{72D68DD9-6181-4C35-909B-154E5E309C9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683077" y="3553122"/>
            <a:ext cx="4790314" cy="1021701"/>
          </a:xfrm>
          <a:prstGeom prst="roundRect">
            <a:avLst/>
          </a:prstGeom>
          <a:noFill/>
          <a:ln>
            <a:noFill/>
          </a:ln>
          <a:effectLst/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</a:lstStyle>
          <a:p>
            <a:pPr lvl="0"/>
            <a:r>
              <a:rPr lang="ru-RU" dirty="0"/>
              <a:t/>
            </a:r>
          </a:p>
        </p:txBody>
      </p:sp>
      <p:sp>
        <p:nvSpPr>
          <p:cNvPr id="17" name="Текст 35">
            <a:extLst>
              <a:ext uri="{FF2B5EF4-FFF2-40B4-BE49-F238E27FC236}">
                <a16:creationId xmlns:a16="http://schemas.microsoft.com/office/drawing/2014/main" id="{7D5E34DD-827F-4597-BFDE-34D8830FB25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683077" y="3932659"/>
            <a:ext cx="4790314" cy="642164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/>
            </a:r>
          </a:p>
        </p:txBody>
      </p:sp>
      <p:sp>
        <p:nvSpPr>
          <p:cNvPr id="18" name="Текст 35">
            <a:extLst>
              <a:ext uri="{FF2B5EF4-FFF2-40B4-BE49-F238E27FC236}">
                <a16:creationId xmlns:a16="http://schemas.microsoft.com/office/drawing/2014/main" id="{6305AE9F-2B19-4EA1-A48B-435746C35E6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83077" y="4821684"/>
            <a:ext cx="4790314" cy="1021701"/>
          </a:xfrm>
          <a:prstGeom prst="roundRect">
            <a:avLst/>
          </a:prstGeom>
          <a:noFill/>
          <a:ln>
            <a:noFill/>
          </a:ln>
          <a:effectLst/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/>
            </a:r>
          </a:p>
        </p:txBody>
      </p:sp>
      <p:sp>
        <p:nvSpPr>
          <p:cNvPr id="19" name="Текст 35">
            <a:extLst>
              <a:ext uri="{FF2B5EF4-FFF2-40B4-BE49-F238E27FC236}">
                <a16:creationId xmlns:a16="http://schemas.microsoft.com/office/drawing/2014/main" id="{CF9D9CFB-62B9-4CE0-8770-0CB398D99F7E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683077" y="5201221"/>
            <a:ext cx="4790314" cy="642164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10163864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Статисти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BF4F29EB-DFD0-428E-8E89-ED117A3553E3}" type="datetime1">
              <a:rPr lang="ru-RU" smtClean="0"/>
              <a:t>14.09.2026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7721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/>
            </a:r>
          </a:p>
        </p:txBody>
      </p:sp>
      <p:sp>
        <p:nvSpPr>
          <p:cNvPr id="11" name="Текст 35">
            <a:extLst>
              <a:ext uri="{FF2B5EF4-FFF2-40B4-BE49-F238E27FC236}">
                <a16:creationId xmlns:a16="http://schemas.microsoft.com/office/drawing/2014/main" id="{B1350734-1D64-4861-9813-14C6593B852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683077" y="1016000"/>
            <a:ext cx="4790314" cy="1021701"/>
          </a:xfrm>
          <a:prstGeom prst="roundRect">
            <a:avLst/>
          </a:prstGeom>
          <a:noFill/>
          <a:ln>
            <a:noFill/>
          </a:ln>
          <a:effectLst/>
        </p:spPr>
        <p:txBody>
          <a:bodyPr>
            <a:noAutofit/>
          </a:bodyPr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ru-RU" dirty="0"/>
              <a:t/>
            </a:r>
          </a:p>
        </p:txBody>
      </p:sp>
      <p:sp>
        <p:nvSpPr>
          <p:cNvPr id="12" name="Текст 35">
            <a:extLst>
              <a:ext uri="{FF2B5EF4-FFF2-40B4-BE49-F238E27FC236}">
                <a16:creationId xmlns:a16="http://schemas.microsoft.com/office/drawing/2014/main" id="{010826A5-76AC-452C-9459-7CC1CCF22ED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683077" y="1395537"/>
            <a:ext cx="4790314" cy="642164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/>
            </a:r>
          </a:p>
        </p:txBody>
      </p:sp>
      <p:sp>
        <p:nvSpPr>
          <p:cNvPr id="14" name="Текст 35">
            <a:extLst>
              <a:ext uri="{FF2B5EF4-FFF2-40B4-BE49-F238E27FC236}">
                <a16:creationId xmlns:a16="http://schemas.microsoft.com/office/drawing/2014/main" id="{C694E912-AC3F-437A-90AD-A48291DCE9B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683077" y="2284561"/>
            <a:ext cx="4790314" cy="1021701"/>
          </a:xfrm>
          <a:prstGeom prst="roundRect">
            <a:avLst/>
          </a:prstGeom>
          <a:noFill/>
          <a:ln>
            <a:noFill/>
          </a:ln>
          <a:effectLst/>
        </p:spPr>
        <p:txBody>
          <a:bodyPr>
            <a:noAutofit/>
          </a:bodyPr>
          <a:lstStyle>
            <a:lvl1pPr>
              <a:defRPr sz="1800" b="1">
                <a:solidFill>
                  <a:schemeClr val="accent5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ru-RU" dirty="0"/>
              <a:t/>
            </a:r>
          </a:p>
        </p:txBody>
      </p:sp>
      <p:sp>
        <p:nvSpPr>
          <p:cNvPr id="15" name="Текст 35">
            <a:extLst>
              <a:ext uri="{FF2B5EF4-FFF2-40B4-BE49-F238E27FC236}">
                <a16:creationId xmlns:a16="http://schemas.microsoft.com/office/drawing/2014/main" id="{DE78EAF0-6854-4E73-A48A-917C1A86C3F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683077" y="2664098"/>
            <a:ext cx="4790314" cy="642164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/>
            </a:r>
          </a:p>
        </p:txBody>
      </p:sp>
      <p:sp>
        <p:nvSpPr>
          <p:cNvPr id="16" name="Текст 35">
            <a:extLst>
              <a:ext uri="{FF2B5EF4-FFF2-40B4-BE49-F238E27FC236}">
                <a16:creationId xmlns:a16="http://schemas.microsoft.com/office/drawing/2014/main" id="{72D68DD9-6181-4C35-909B-154E5E309C9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683077" y="3553122"/>
            <a:ext cx="4790314" cy="1021701"/>
          </a:xfrm>
          <a:prstGeom prst="roundRect">
            <a:avLst/>
          </a:prstGeom>
          <a:noFill/>
          <a:ln>
            <a:noFill/>
          </a:ln>
          <a:effectLst/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</a:lstStyle>
          <a:p>
            <a:pPr lvl="0"/>
            <a:r>
              <a:rPr lang="ru-RU" dirty="0"/>
              <a:t/>
            </a:r>
          </a:p>
        </p:txBody>
      </p:sp>
      <p:sp>
        <p:nvSpPr>
          <p:cNvPr id="17" name="Текст 35">
            <a:extLst>
              <a:ext uri="{FF2B5EF4-FFF2-40B4-BE49-F238E27FC236}">
                <a16:creationId xmlns:a16="http://schemas.microsoft.com/office/drawing/2014/main" id="{7D5E34DD-827F-4597-BFDE-34D8830FB25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683077" y="3932659"/>
            <a:ext cx="4790314" cy="642164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/>
            </a:r>
          </a:p>
        </p:txBody>
      </p:sp>
      <p:sp>
        <p:nvSpPr>
          <p:cNvPr id="18" name="Текст 35">
            <a:extLst>
              <a:ext uri="{FF2B5EF4-FFF2-40B4-BE49-F238E27FC236}">
                <a16:creationId xmlns:a16="http://schemas.microsoft.com/office/drawing/2014/main" id="{6305AE9F-2B19-4EA1-A48B-435746C35E6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83077" y="4821684"/>
            <a:ext cx="4790314" cy="1021701"/>
          </a:xfrm>
          <a:prstGeom prst="roundRect">
            <a:avLst/>
          </a:prstGeom>
          <a:noFill/>
          <a:ln>
            <a:noFill/>
          </a:ln>
          <a:effectLst/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/>
            </a:r>
          </a:p>
        </p:txBody>
      </p:sp>
      <p:sp>
        <p:nvSpPr>
          <p:cNvPr id="19" name="Текст 35">
            <a:extLst>
              <a:ext uri="{FF2B5EF4-FFF2-40B4-BE49-F238E27FC236}">
                <a16:creationId xmlns:a16="http://schemas.microsoft.com/office/drawing/2014/main" id="{CF9D9CFB-62B9-4CE0-8770-0CB398D99F7E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683077" y="5201221"/>
            <a:ext cx="4790314" cy="642164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3380588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тади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D52F0272-0FEA-44CE-966E-3D169B2F53D4}" type="datetime1">
              <a:rPr lang="ru-RU" smtClean="0"/>
              <a:t>14.09.2026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8" name="Текст 35">
            <a:extLst>
              <a:ext uri="{FF2B5EF4-FFF2-40B4-BE49-F238E27FC236}">
                <a16:creationId xmlns:a16="http://schemas.microsoft.com/office/drawing/2014/main" id="{BE583EE3-33C6-4FCC-9F56-28AB0B4FCAD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346075" y="1024937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9" name="Текст 35">
            <a:extLst>
              <a:ext uri="{FF2B5EF4-FFF2-40B4-BE49-F238E27FC236}">
                <a16:creationId xmlns:a16="http://schemas.microsoft.com/office/drawing/2014/main" id="{AFEBE25F-FFFE-4B9D-94E7-7A69C7B0D747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346075" y="1380939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2" name="Текст 35">
            <a:extLst>
              <a:ext uri="{FF2B5EF4-FFF2-40B4-BE49-F238E27FC236}">
                <a16:creationId xmlns:a16="http://schemas.microsoft.com/office/drawing/2014/main" id="{3E63DE62-DFB7-44A9-A85D-B687FAE797D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4832960" y="1024937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3" name="Текст 35">
            <a:extLst>
              <a:ext uri="{FF2B5EF4-FFF2-40B4-BE49-F238E27FC236}">
                <a16:creationId xmlns:a16="http://schemas.microsoft.com/office/drawing/2014/main" id="{65791B9B-D32F-4C66-AD0A-B1F3CB6B2B2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4832960" y="1380939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4" name="Текст 35">
            <a:extLst>
              <a:ext uri="{FF2B5EF4-FFF2-40B4-BE49-F238E27FC236}">
                <a16:creationId xmlns:a16="http://schemas.microsoft.com/office/drawing/2014/main" id="{3052024B-27A5-4D0B-A7E7-5161FB0ED37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9330862" y="1024937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5" name="Текст 35">
            <a:extLst>
              <a:ext uri="{FF2B5EF4-FFF2-40B4-BE49-F238E27FC236}">
                <a16:creationId xmlns:a16="http://schemas.microsoft.com/office/drawing/2014/main" id="{9DFC47B0-ECC1-49CE-99A3-DC05480669A7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330862" y="1380939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6" name="Текст 35">
            <a:extLst>
              <a:ext uri="{FF2B5EF4-FFF2-40B4-BE49-F238E27FC236}">
                <a16:creationId xmlns:a16="http://schemas.microsoft.com/office/drawing/2014/main" id="{3B86BD35-3919-4E07-B138-AAF7CFF7DF02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2593517" y="4358152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7" name="Текст 35">
            <a:extLst>
              <a:ext uri="{FF2B5EF4-FFF2-40B4-BE49-F238E27FC236}">
                <a16:creationId xmlns:a16="http://schemas.microsoft.com/office/drawing/2014/main" id="{10D94F19-5929-4A71-8C96-769ED6DD0BAE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2593517" y="4714154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8" name="Текст 35">
            <a:extLst>
              <a:ext uri="{FF2B5EF4-FFF2-40B4-BE49-F238E27FC236}">
                <a16:creationId xmlns:a16="http://schemas.microsoft.com/office/drawing/2014/main" id="{D84303F2-08F5-497F-BC9B-59F70995863F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080402" y="4358152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9" name="Текст 35">
            <a:extLst>
              <a:ext uri="{FF2B5EF4-FFF2-40B4-BE49-F238E27FC236}">
                <a16:creationId xmlns:a16="http://schemas.microsoft.com/office/drawing/2014/main" id="{EA5C32CD-4539-4313-8B67-943CB8F5EBD9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7080402" y="4714154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00" name="Заголовок 1">
            <a:extLst>
              <a:ext uri="{FF2B5EF4-FFF2-40B4-BE49-F238E27FC236}">
                <a16:creationId xmlns:a16="http://schemas.microsoft.com/office/drawing/2014/main" id="{6641864C-9659-45A2-A61F-BB1A3067B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4256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355911799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роблема и реш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062B0DBE-B5A9-470E-85A9-7CC062D5339A}" type="datetime1">
              <a:rPr lang="ru-RU" smtClean="0"/>
              <a:t>14.09.2026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00" name="Заголовок 1">
            <a:extLst>
              <a:ext uri="{FF2B5EF4-FFF2-40B4-BE49-F238E27FC236}">
                <a16:creationId xmlns:a16="http://schemas.microsoft.com/office/drawing/2014/main" id="{6641864C-9659-45A2-A61F-BB1A3067B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7650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/>
            </a:r>
          </a:p>
        </p:txBody>
      </p:sp>
      <p:sp>
        <p:nvSpPr>
          <p:cNvPr id="130" name="Текст 35">
            <a:extLst>
              <a:ext uri="{FF2B5EF4-FFF2-40B4-BE49-F238E27FC236}">
                <a16:creationId xmlns:a16="http://schemas.microsoft.com/office/drawing/2014/main" id="{2FAEFDC9-8968-4F3D-8F8F-5591D6F30FE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17027" y="3810175"/>
            <a:ext cx="3264113" cy="2375115"/>
          </a:xfrm>
          <a:prstGeom prst="roundRect">
            <a:avLst>
              <a:gd name="adj" fmla="val 101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/>
            </a:r>
          </a:p>
        </p:txBody>
      </p:sp>
      <p:sp>
        <p:nvSpPr>
          <p:cNvPr id="152" name="Текст 35">
            <a:extLst>
              <a:ext uri="{FF2B5EF4-FFF2-40B4-BE49-F238E27FC236}">
                <a16:creationId xmlns:a16="http://schemas.microsoft.com/office/drawing/2014/main" id="{A7C77525-23F2-401E-A901-0374D8239BBC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464542" y="3810175"/>
            <a:ext cx="3264113" cy="2375115"/>
          </a:xfrm>
          <a:prstGeom prst="roundRect">
            <a:avLst>
              <a:gd name="adj" fmla="val 101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/>
            </a:r>
          </a:p>
        </p:txBody>
      </p:sp>
      <p:sp>
        <p:nvSpPr>
          <p:cNvPr id="153" name="Текст 35">
            <a:extLst>
              <a:ext uri="{FF2B5EF4-FFF2-40B4-BE49-F238E27FC236}">
                <a16:creationId xmlns:a16="http://schemas.microsoft.com/office/drawing/2014/main" id="{D2F4E226-3842-4532-A60F-4E8C02DAD6DC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8385481" y="3810175"/>
            <a:ext cx="3264113" cy="2375115"/>
          </a:xfrm>
          <a:prstGeom prst="roundRect">
            <a:avLst>
              <a:gd name="adj" fmla="val 101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/>
            </a:r>
          </a:p>
        </p:txBody>
      </p:sp>
      <p:sp>
        <p:nvSpPr>
          <p:cNvPr id="189" name="Текст 35">
            <a:extLst>
              <a:ext uri="{FF2B5EF4-FFF2-40B4-BE49-F238E27FC236}">
                <a16:creationId xmlns:a16="http://schemas.microsoft.com/office/drawing/2014/main" id="{C44A233F-7BDF-4F40-844F-FC23B1912AA4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17027" y="3252336"/>
            <a:ext cx="3264113" cy="391783"/>
          </a:xfrm>
          <a:prstGeom prst="roundRect">
            <a:avLst>
              <a:gd name="adj" fmla="val 10167"/>
            </a:avLst>
          </a:prstGeom>
          <a:noFill/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/>
            </a:r>
          </a:p>
        </p:txBody>
      </p:sp>
      <p:sp>
        <p:nvSpPr>
          <p:cNvPr id="190" name="Текст 35">
            <a:extLst>
              <a:ext uri="{FF2B5EF4-FFF2-40B4-BE49-F238E27FC236}">
                <a16:creationId xmlns:a16="http://schemas.microsoft.com/office/drawing/2014/main" id="{1683ED6E-2444-48B8-A78B-F1EBA53E21C2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464542" y="3252336"/>
            <a:ext cx="3264113" cy="391783"/>
          </a:xfrm>
          <a:prstGeom prst="roundRect">
            <a:avLst>
              <a:gd name="adj" fmla="val 10167"/>
            </a:avLst>
          </a:prstGeom>
          <a:noFill/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/>
            </a:r>
          </a:p>
        </p:txBody>
      </p:sp>
      <p:sp>
        <p:nvSpPr>
          <p:cNvPr id="191" name="Текст 35">
            <a:extLst>
              <a:ext uri="{FF2B5EF4-FFF2-40B4-BE49-F238E27FC236}">
                <a16:creationId xmlns:a16="http://schemas.microsoft.com/office/drawing/2014/main" id="{B788F042-DAFC-4B5A-B1AA-8ADEFAAA9801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385481" y="3252336"/>
            <a:ext cx="3264113" cy="391783"/>
          </a:xfrm>
          <a:prstGeom prst="roundRect">
            <a:avLst>
              <a:gd name="adj" fmla="val 10167"/>
            </a:avLst>
          </a:prstGeom>
          <a:noFill/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87527380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емо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icture Placeholder 1">
            <a:extLst>
              <a:ext uri="{FF2B5EF4-FFF2-40B4-BE49-F238E27FC236}">
                <a16:creationId xmlns:a16="http://schemas.microsoft.com/office/drawing/2014/main" id="{F4BB4485-D5EB-48AD-A465-1B1299C88CD1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162940" y="1264478"/>
            <a:ext cx="3866121" cy="2436377"/>
          </a:xfrm>
        </p:spPr>
      </p:sp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4D396B86-640F-4AD1-BBB2-E085B6CD8771}" type="datetime1">
              <a:rPr lang="ru-RU" smtClean="0"/>
              <a:t>14.09.2026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00" name="Заголовок 1">
            <a:extLst>
              <a:ext uri="{FF2B5EF4-FFF2-40B4-BE49-F238E27FC236}">
                <a16:creationId xmlns:a16="http://schemas.microsoft.com/office/drawing/2014/main" id="{6641864C-9659-45A2-A61F-BB1A3067B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8340B20B-0618-415E-8908-3C85578C4D1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46075" y="4656083"/>
            <a:ext cx="3626835" cy="154469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90" name="Текст 7">
            <a:extLst>
              <a:ext uri="{FF2B5EF4-FFF2-40B4-BE49-F238E27FC236}">
                <a16:creationId xmlns:a16="http://schemas.microsoft.com/office/drawing/2014/main" id="{47A76FC9-6FDA-4102-9D33-F9766B07D3E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240502" y="4656083"/>
            <a:ext cx="3626835" cy="154469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91" name="Текст 7">
            <a:extLst>
              <a:ext uri="{FF2B5EF4-FFF2-40B4-BE49-F238E27FC236}">
                <a16:creationId xmlns:a16="http://schemas.microsoft.com/office/drawing/2014/main" id="{7C8F4076-BB2C-4FA3-9BAD-5EF87B638D5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230203" y="4656083"/>
            <a:ext cx="3626835" cy="154469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346991203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Демо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93AF0E63-1EB1-47F5-B09E-CA3E5DE528F3}" type="datetime1">
              <a:rPr lang="ru-RU" smtClean="0"/>
              <a:t>14.09.2026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00" name="Заголовок 1">
            <a:extLst>
              <a:ext uri="{FF2B5EF4-FFF2-40B4-BE49-F238E27FC236}">
                <a16:creationId xmlns:a16="http://schemas.microsoft.com/office/drawing/2014/main" id="{6641864C-9659-45A2-A61F-BB1A3067B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3289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8340B20B-0618-415E-8908-3C85578C4D1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210643" y="4324451"/>
            <a:ext cx="4121687" cy="161226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90" name="Текст 7">
            <a:extLst>
              <a:ext uri="{FF2B5EF4-FFF2-40B4-BE49-F238E27FC236}">
                <a16:creationId xmlns:a16="http://schemas.microsoft.com/office/drawing/2014/main" id="{47A76FC9-6FDA-4102-9D33-F9766B07D3E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857950" y="4324451"/>
            <a:ext cx="4121687" cy="161226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9" name="Picture Placeholder 1">
            <a:extLst>
              <a:ext uri="{FF2B5EF4-FFF2-40B4-BE49-F238E27FC236}">
                <a16:creationId xmlns:a16="http://schemas.microsoft.com/office/drawing/2014/main" id="{F4BB4485-D5EB-48AD-A465-1B1299C88CD1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210642" y="1577998"/>
            <a:ext cx="4121688" cy="2283975"/>
          </a:xfrm>
        </p:spPr>
      </p:sp>
      <p:sp>
        <p:nvSpPr>
          <p:cNvPr id="123" name="Picture Placeholder 1">
            <a:extLst>
              <a:ext uri="{FF2B5EF4-FFF2-40B4-BE49-F238E27FC236}">
                <a16:creationId xmlns:a16="http://schemas.microsoft.com/office/drawing/2014/main" id="{C7FB8BAF-17B6-40DC-9912-73B3494AC45E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855540" y="1577998"/>
            <a:ext cx="4121688" cy="2283975"/>
          </a:xfrm>
        </p:spPr>
      </p:sp>
    </p:spTree>
    <p:extLst>
      <p:ext uri="{BB962C8B-B14F-4D97-AF65-F5344CB8AC3E}">
        <p14:creationId xmlns:p14="http://schemas.microsoft.com/office/powerpoint/2010/main" val="228239539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Демо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icture Placeholder 1">
            <a:extLst>
              <a:ext uri="{FF2B5EF4-FFF2-40B4-BE49-F238E27FC236}">
                <a16:creationId xmlns:a16="http://schemas.microsoft.com/office/drawing/2014/main" id="{2E6A2544-8689-48EB-9658-2D1DE4E4878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009872" y="1235915"/>
            <a:ext cx="2172255" cy="4602697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130" name="Текст 35">
            <a:extLst>
              <a:ext uri="{FF2B5EF4-FFF2-40B4-BE49-F238E27FC236}">
                <a16:creationId xmlns:a16="http://schemas.microsoft.com/office/drawing/2014/main" id="{34F2EADD-49A3-44E7-AC8B-D07BF1B4F1A8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356349" y="1641283"/>
            <a:ext cx="3812931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6" name="Текст 35">
            <a:extLst>
              <a:ext uri="{FF2B5EF4-FFF2-40B4-BE49-F238E27FC236}">
                <a16:creationId xmlns:a16="http://schemas.microsoft.com/office/drawing/2014/main" id="{15551546-3EE0-4A54-9DEE-1E9FEBF43B2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56349" y="2020820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7" name="Текст 35">
            <a:extLst>
              <a:ext uri="{FF2B5EF4-FFF2-40B4-BE49-F238E27FC236}">
                <a16:creationId xmlns:a16="http://schemas.microsoft.com/office/drawing/2014/main" id="{9D9ADB6F-AC53-4034-92EE-80435562B80A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040021" y="1641283"/>
            <a:ext cx="3812931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5">
                    <a:lumMod val="20000"/>
                    <a:lumOff val="80000"/>
                  </a:schemeClr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8" name="Текст 35">
            <a:extLst>
              <a:ext uri="{FF2B5EF4-FFF2-40B4-BE49-F238E27FC236}">
                <a16:creationId xmlns:a16="http://schemas.microsoft.com/office/drawing/2014/main" id="{EAB22390-1508-4419-B1B3-375A734DF0E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040021" y="2020820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9" name="Текст 35">
            <a:extLst>
              <a:ext uri="{FF2B5EF4-FFF2-40B4-BE49-F238E27FC236}">
                <a16:creationId xmlns:a16="http://schemas.microsoft.com/office/drawing/2014/main" id="{FF699DD2-8E32-4C98-8444-90139EB2FDC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356349" y="3864598"/>
            <a:ext cx="3812931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0" name="Текст 35">
            <a:extLst>
              <a:ext uri="{FF2B5EF4-FFF2-40B4-BE49-F238E27FC236}">
                <a16:creationId xmlns:a16="http://schemas.microsoft.com/office/drawing/2014/main" id="{6496F1D2-4B4B-412C-B228-1C27099F20D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56349" y="4244135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1" name="Текст 35">
            <a:extLst>
              <a:ext uri="{FF2B5EF4-FFF2-40B4-BE49-F238E27FC236}">
                <a16:creationId xmlns:a16="http://schemas.microsoft.com/office/drawing/2014/main" id="{55E268D8-B309-4AA0-8E1B-30DF4A867252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8040021" y="3864598"/>
            <a:ext cx="3812931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2" name="Текст 35">
            <a:extLst>
              <a:ext uri="{FF2B5EF4-FFF2-40B4-BE49-F238E27FC236}">
                <a16:creationId xmlns:a16="http://schemas.microsoft.com/office/drawing/2014/main" id="{E6797EA4-A26A-41BA-A1AB-8E1F9B9574DE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040021" y="4244135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cxnSp>
        <p:nvCxnSpPr>
          <p:cNvPr id="168" name="Google Shape;2799;p94">
            <a:extLst>
              <a:ext uri="{FF2B5EF4-FFF2-40B4-BE49-F238E27FC236}">
                <a16:creationId xmlns:a16="http://schemas.microsoft.com/office/drawing/2014/main" id="{FA0271FA-A51F-4387-9143-29364B78BFC3}"/>
              </a:ext>
            </a:extLst>
          </p:cNvPr>
          <p:cNvCxnSpPr>
            <a:cxnSpLocks/>
          </p:cNvCxnSpPr>
          <p:nvPr userDrawn="1"/>
        </p:nvCxnSpPr>
        <p:spPr>
          <a:xfrm>
            <a:off x="4244694" y="1870413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9" name="Google Shape;2799;p94">
            <a:extLst>
              <a:ext uri="{FF2B5EF4-FFF2-40B4-BE49-F238E27FC236}">
                <a16:creationId xmlns:a16="http://schemas.microsoft.com/office/drawing/2014/main" id="{83B50154-F03F-4297-B4A8-C77D1687B8DA}"/>
              </a:ext>
            </a:extLst>
          </p:cNvPr>
          <p:cNvCxnSpPr>
            <a:cxnSpLocks/>
          </p:cNvCxnSpPr>
          <p:nvPr userDrawn="1"/>
        </p:nvCxnSpPr>
        <p:spPr>
          <a:xfrm>
            <a:off x="4244694" y="4094630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0" name="Google Shape;2799;p94">
            <a:extLst>
              <a:ext uri="{FF2B5EF4-FFF2-40B4-BE49-F238E27FC236}">
                <a16:creationId xmlns:a16="http://schemas.microsoft.com/office/drawing/2014/main" id="{89D0D73E-B609-4208-BFA6-94ED3BC232A9}"/>
              </a:ext>
            </a:extLst>
          </p:cNvPr>
          <p:cNvCxnSpPr>
            <a:cxnSpLocks/>
          </p:cNvCxnSpPr>
          <p:nvPr userDrawn="1"/>
        </p:nvCxnSpPr>
        <p:spPr>
          <a:xfrm>
            <a:off x="7250583" y="1870413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5">
                <a:lumMod val="20000"/>
                <a:lumOff val="8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1" name="Google Shape;2799;p94">
            <a:extLst>
              <a:ext uri="{FF2B5EF4-FFF2-40B4-BE49-F238E27FC236}">
                <a16:creationId xmlns:a16="http://schemas.microsoft.com/office/drawing/2014/main" id="{1DD03E5E-FCF0-4EC5-BA97-518950F7A41C}"/>
              </a:ext>
            </a:extLst>
          </p:cNvPr>
          <p:cNvCxnSpPr>
            <a:cxnSpLocks/>
          </p:cNvCxnSpPr>
          <p:nvPr userDrawn="1"/>
        </p:nvCxnSpPr>
        <p:spPr>
          <a:xfrm>
            <a:off x="7250583" y="4094630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A19765B8-4F24-5E1F-432E-F592BFAF73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9" name="Дата 8">
            <a:extLst>
              <a:ext uri="{FF2B5EF4-FFF2-40B4-BE49-F238E27FC236}">
                <a16:creationId xmlns:a16="http://schemas.microsoft.com/office/drawing/2014/main" id="{E19B813A-8796-C89A-4669-BFA5CA98F24A}"/>
              </a:ext>
            </a:extLst>
          </p:cNvPr>
          <p:cNvSpPr>
            <a:spLocks noGrp="1"/>
          </p:cNvSpPr>
          <p:nvPr>
            <p:ph type="dt" sz="half" idx="28"/>
          </p:nvPr>
        </p:nvSpPr>
        <p:spPr/>
        <p:txBody>
          <a:bodyPr/>
          <a:lstStyle/>
          <a:p>
            <a:fld id="{9D490EE5-ED7D-46E8-8345-A78A0CB0F4A4}" type="datetime1">
              <a:rPr lang="ru-RU" smtClean="0"/>
              <a:t>14.09.2026</a:t>
            </a:fld>
            <a:endParaRPr lang="ru-RU"/>
          </a:p>
        </p:txBody>
      </p:sp>
      <p:sp>
        <p:nvSpPr>
          <p:cNvPr id="10" name="Нижний колонтитул 9">
            <a:extLst>
              <a:ext uri="{FF2B5EF4-FFF2-40B4-BE49-F238E27FC236}">
                <a16:creationId xmlns:a16="http://schemas.microsoft.com/office/drawing/2014/main" id="{2648A9B9-3888-6E59-EA1C-76276C4EE93D}"/>
              </a:ext>
            </a:extLst>
          </p:cNvPr>
          <p:cNvSpPr>
            <a:spLocks noGrp="1"/>
          </p:cNvSpPr>
          <p:nvPr>
            <p:ph type="ftr" sz="quarter" idx="29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1" name="Номер слайда 10">
            <a:extLst>
              <a:ext uri="{FF2B5EF4-FFF2-40B4-BE49-F238E27FC236}">
                <a16:creationId xmlns:a16="http://schemas.microsoft.com/office/drawing/2014/main" id="{0E2B1EF5-F5AA-C72A-5C4D-8EE372388A4E}"/>
              </a:ext>
            </a:extLst>
          </p:cNvPr>
          <p:cNvSpPr>
            <a:spLocks noGrp="1"/>
          </p:cNvSpPr>
          <p:nvPr>
            <p:ph type="sldNum" sz="quarter" idx="30"/>
          </p:nvPr>
        </p:nvSpPr>
        <p:spPr/>
        <p:txBody>
          <a:bodyPr/>
          <a:lstStyle/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4641972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Демо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icture Placeholder 1">
            <a:extLst>
              <a:ext uri="{FF2B5EF4-FFF2-40B4-BE49-F238E27FC236}">
                <a16:creationId xmlns:a16="http://schemas.microsoft.com/office/drawing/2014/main" id="{2E6A2544-8689-48EB-9658-2D1DE4E4878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001460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75" name="Picture Placeholder 1">
            <a:extLst>
              <a:ext uri="{FF2B5EF4-FFF2-40B4-BE49-F238E27FC236}">
                <a16:creationId xmlns:a16="http://schemas.microsoft.com/office/drawing/2014/main" id="{5F8A3887-CB84-43EA-BFC4-CD93F421C5F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831097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102" name="Picture Placeholder 1">
            <a:extLst>
              <a:ext uri="{FF2B5EF4-FFF2-40B4-BE49-F238E27FC236}">
                <a16:creationId xmlns:a16="http://schemas.microsoft.com/office/drawing/2014/main" id="{E009EEBC-6069-4389-9953-A05FCC07FDF9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660734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171" name="Picture Placeholder 1">
            <a:extLst>
              <a:ext uri="{FF2B5EF4-FFF2-40B4-BE49-F238E27FC236}">
                <a16:creationId xmlns:a16="http://schemas.microsoft.com/office/drawing/2014/main" id="{16E9D3D5-A966-4770-89F5-48C9F92735FE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490368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DC8C16AD-D907-4463-BE30-FCBB33ACAE3F}" type="datetime1">
              <a:rPr lang="ru-RU" smtClean="0"/>
              <a:t>14.09.2026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97" name="Текст 7">
            <a:extLst>
              <a:ext uri="{FF2B5EF4-FFF2-40B4-BE49-F238E27FC236}">
                <a16:creationId xmlns:a16="http://schemas.microsoft.com/office/drawing/2014/main" id="{B3D45624-8EA3-4B52-B030-A364BB470CC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46076" y="4929435"/>
            <a:ext cx="2739248" cy="127134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198" name="Текст 7">
            <a:extLst>
              <a:ext uri="{FF2B5EF4-FFF2-40B4-BE49-F238E27FC236}">
                <a16:creationId xmlns:a16="http://schemas.microsoft.com/office/drawing/2014/main" id="{CA86BD45-703D-484A-9D4A-1FEA90A4808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269562" y="4929435"/>
            <a:ext cx="2739248" cy="127134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199" name="Текст 7">
            <a:extLst>
              <a:ext uri="{FF2B5EF4-FFF2-40B4-BE49-F238E27FC236}">
                <a16:creationId xmlns:a16="http://schemas.microsoft.com/office/drawing/2014/main" id="{0FE3D94F-B533-4C0D-9E9B-72F06706305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193048" y="4929435"/>
            <a:ext cx="2739248" cy="127134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200" name="Текст 7">
            <a:extLst>
              <a:ext uri="{FF2B5EF4-FFF2-40B4-BE49-F238E27FC236}">
                <a16:creationId xmlns:a16="http://schemas.microsoft.com/office/drawing/2014/main" id="{0C4A1F6E-BDC1-410D-A748-7E90C2221ED1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9116535" y="4929435"/>
            <a:ext cx="2739248" cy="127134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008DEFE-D4AF-4461-AEAA-AABBFA1473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321864585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Пусто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1769503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Relationship Id="rId25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5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2BCE23A-38F1-44E4-8D99-E9CD24A3A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6EAD268-7E0C-4473-BF2C-A75921B98B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5392" y="1016177"/>
            <a:ext cx="11561229" cy="51607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905FB47-C828-44E8-81A6-7D70F28691C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9D490EE5-ED7D-46E8-8345-A78A0CB0F4A4}" type="datetime1">
              <a:rPr lang="ru-RU" smtClean="0"/>
              <a:t>14.09.2026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38C8EAA-BD95-4729-8C84-AB6D45F44AA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15" name="Номер слайда 5">
            <a:extLst>
              <a:ext uri="{FF2B5EF4-FFF2-40B4-BE49-F238E27FC236}">
                <a16:creationId xmlns:a16="http://schemas.microsoft.com/office/drawing/2014/main" id="{797EBB71-A16C-4900-8120-78386F05C8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26152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704" r:id="rId2"/>
    <p:sldLayoutId id="2147483694" r:id="rId3"/>
    <p:sldLayoutId id="2147483688" r:id="rId4"/>
    <p:sldLayoutId id="2147483662" r:id="rId5"/>
    <p:sldLayoutId id="2147483663" r:id="rId6"/>
    <p:sldLayoutId id="2147483664" r:id="rId7"/>
    <p:sldLayoutId id="2147483666" r:id="rId8"/>
    <p:sldLayoutId id="2147483667" r:id="rId9"/>
    <p:sldLayoutId id="2147483668" r:id="rId10"/>
    <p:sldLayoutId id="2147483689" r:id="rId11"/>
    <p:sldLayoutId id="2147483690" r:id="rId12"/>
    <p:sldLayoutId id="2147483702" r:id="rId13"/>
    <p:sldLayoutId id="2147483691" r:id="rId14"/>
    <p:sldLayoutId id="2147483692" r:id="rId15"/>
    <p:sldLayoutId id="2147483693" r:id="rId16"/>
    <p:sldLayoutId id="2147483696" r:id="rId17"/>
    <p:sldLayoutId id="2147483697" r:id="rId18"/>
    <p:sldLayoutId id="2147483698" r:id="rId19"/>
    <p:sldLayoutId id="2147483699" r:id="rId20"/>
    <p:sldLayoutId id="2147483700" r:id="rId21"/>
    <p:sldLayoutId id="2147483701" r:id="rId22"/>
    <p:sldLayoutId id="2147483703" r:id="rId23"/>
  </p:sldLayoutIdLst>
  <p:hf hdr="0" ftr="0" dt="0"/>
  <p:txStyles>
    <p:titleStyle>
      <a:lvl1pPr algn="l" defTabSz="578755" rtl="0" eaLnBrk="1" latinLnBrk="0" hangingPunct="1">
        <a:lnSpc>
          <a:spcPct val="90000"/>
        </a:lnSpc>
        <a:spcBef>
          <a:spcPct val="0"/>
        </a:spcBef>
        <a:buNone/>
        <a:defRPr sz="1997" b="1" kern="1200">
          <a:solidFill>
            <a:schemeClr val="bg1">
              <a:lumMod val="95000"/>
            </a:schemeClr>
          </a:solidFill>
          <a:latin typeface="+mj-lt"/>
          <a:ea typeface="+mj-ea"/>
          <a:cs typeface="Amatic SC" panose="00000500000000000000" pitchFamily="2" charset="-79"/>
        </a:defRPr>
      </a:lvl1pPr>
    </p:titleStyle>
    <p:bodyStyle>
      <a:lvl1pPr marL="144688" indent="-144688" algn="l" defTabSz="578755" rtl="0" eaLnBrk="1" latinLnBrk="0" hangingPunct="1">
        <a:lnSpc>
          <a:spcPct val="90000"/>
        </a:lnSpc>
        <a:spcBef>
          <a:spcPts val="631"/>
        </a:spcBef>
        <a:buFont typeface="Arial" panose="020B0604020202020204" pitchFamily="34" charset="0"/>
        <a:buChar char="•"/>
        <a:defRPr sz="1452" kern="12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1pPr>
      <a:lvl2pPr marL="434067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1271" kern="12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2pPr>
      <a:lvl3pPr marL="723445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997" kern="12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3pPr>
      <a:lvl4pPr marL="1012822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907" kern="12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4pPr>
      <a:lvl5pPr marL="1302200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907" kern="12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5pPr>
      <a:lvl6pPr marL="1591576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1141" kern="1200">
          <a:solidFill>
            <a:schemeClr val="tx1"/>
          </a:solidFill>
          <a:latin typeface="+mn-lt"/>
          <a:ea typeface="+mn-ea"/>
          <a:cs typeface="+mn-cs"/>
        </a:defRPr>
      </a:lvl6pPr>
      <a:lvl7pPr marL="1880955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1141" kern="1200">
          <a:solidFill>
            <a:schemeClr val="tx1"/>
          </a:solidFill>
          <a:latin typeface="+mn-lt"/>
          <a:ea typeface="+mn-ea"/>
          <a:cs typeface="+mn-cs"/>
        </a:defRPr>
      </a:lvl7pPr>
      <a:lvl8pPr marL="2170334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1141" kern="1200">
          <a:solidFill>
            <a:schemeClr val="tx1"/>
          </a:solidFill>
          <a:latin typeface="+mn-lt"/>
          <a:ea typeface="+mn-ea"/>
          <a:cs typeface="+mn-cs"/>
        </a:defRPr>
      </a:lvl8pPr>
      <a:lvl9pPr marL="2459712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114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1pPr>
      <a:lvl2pPr marL="289378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2pPr>
      <a:lvl3pPr marL="578755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3pPr>
      <a:lvl4pPr marL="868132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4pPr>
      <a:lvl5pPr marL="1157510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5pPr>
      <a:lvl6pPr marL="1446887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6pPr>
      <a:lvl7pPr marL="1736266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7pPr>
      <a:lvl8pPr marL="2025644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8pPr>
      <a:lvl9pPr marL="2315021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9" orient="horz" pos="4156">
          <p15:clr>
            <a:srgbClr val="F26B43"/>
          </p15:clr>
        </p15:guide>
        <p15:guide id="20" orient="horz" pos="482">
          <p15:clr>
            <a:srgbClr val="F26B43"/>
          </p15:clr>
        </p15:guide>
        <p15:guide id="21" pos="218">
          <p15:clr>
            <a:srgbClr val="F26B43"/>
          </p15:clr>
        </p15:guide>
        <p15:guide id="22" pos="7469">
          <p15:clr>
            <a:srgbClr val="F26B43"/>
          </p15:clr>
        </p15:guide>
        <p15:guide id="23" orient="horz" pos="249">
          <p15:clr>
            <a:srgbClr val="F26B43"/>
          </p15:clr>
        </p15:guide>
        <p15:guide id="24" orient="horz" pos="4042">
          <p15:clr>
            <a:srgbClr val="F26B43"/>
          </p15:clr>
        </p15:guide>
        <p15:guide id="25" orient="horz" pos="3906">
          <p15:clr>
            <a:srgbClr val="F26B43"/>
          </p15:clr>
        </p15:guide>
        <p15:guide id="26" orient="horz" pos="640">
          <p15:clr>
            <a:srgbClr val="F26B43"/>
          </p15:clr>
        </p15:guide>
        <p15:guide id="27" pos="3840">
          <p15:clr>
            <a:srgbClr val="F26B43"/>
          </p15:clr>
        </p15:guide>
      </p15:sldGuideLst>
    </p:ext>
  </p:extLst>
</p:sldMaster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.png"/><Relationship Id="rId3" Type="http://schemas.openxmlformats.org/officeDocument/2006/relationships/image" Target="../media/image826.png"/><Relationship Id="rId4" Type="http://schemas.openxmlformats.org/officeDocument/2006/relationships/notesSlide" Target="../notesSlides/notesSlide1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26.png"/><Relationship Id="rId3" Type="http://schemas.openxmlformats.org/officeDocument/2006/relationships/notesSlide" Target="../notesSlides/notesSlide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827.jpg"/><Relationship Id="rId4" Type="http://schemas.openxmlformats.org/officeDocument/2006/relationships/notesSlide" Target="../notesSlides/notesSlide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828.jpg"/><Relationship Id="rId5" Type="http://schemas.openxmlformats.org/officeDocument/2006/relationships/image" Target="../media/image82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Relationship Id="rId3" Type="http://schemas.openxmlformats.org/officeDocument/2006/relationships/image" Target="../media/image834.png"/><Relationship Id="rId4" Type="http://schemas.openxmlformats.org/officeDocument/2006/relationships/notesSlide" Target="../notesSlides/notesSlide9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1.png"/><Relationship Id="rId3" Type="http://schemas.openxmlformats.org/officeDocument/2006/relationships/image" Target="../media/image835.jpg"/><Relationship Id="rId4" Type="http://schemas.openxmlformats.org/officeDocument/2006/relationships/notesSlide" Target="../notesSlides/notesSlide10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30.png"/><Relationship Id="rId3" Type="http://schemas.openxmlformats.org/officeDocument/2006/relationships/image" Target="../media/image830.jpg"/><Relationship Id="rId4" Type="http://schemas.openxmlformats.org/officeDocument/2006/relationships/notesSlide" Target="../notesSlides/notesSlide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30.png"/><Relationship Id="rId3" Type="http://schemas.openxmlformats.org/officeDocument/2006/relationships/image" Target="../media/image836.jpg"/><Relationship Id="rId4" Type="http://schemas.openxmlformats.org/officeDocument/2006/relationships/image" Target="../media/image837.jpg"/><Relationship Id="rId5" Type="http://schemas.openxmlformats.org/officeDocument/2006/relationships/image" Target="../media/image838.jpg"/><Relationship Id="rId6" Type="http://schemas.openxmlformats.org/officeDocument/2006/relationships/image" Target="../media/image839.jpg"/><Relationship Id="rId7" Type="http://schemas.openxmlformats.org/officeDocument/2006/relationships/image" Target="../media/image840.jpg"/><Relationship Id="rId8" Type="http://schemas.openxmlformats.org/officeDocument/2006/relationships/image" Target="../media/image841.jpg"/><Relationship Id="rId9" Type="http://schemas.openxmlformats.org/officeDocument/2006/relationships/image" Target="../media/image842.jpg"/><Relationship Id="rId10" Type="http://schemas.openxmlformats.org/officeDocument/2006/relationships/image" Target="../media/image843.jpg"/><Relationship Id="rId11" Type="http://schemas.openxmlformats.org/officeDocument/2006/relationships/image" Target="../media/image844.jpg"/><Relationship Id="rId12" Type="http://schemas.openxmlformats.org/officeDocument/2006/relationships/notesSlide" Target="../notesSlides/notesSlide11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1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1.png"/><Relationship Id="rId3" Type="http://schemas.openxmlformats.org/officeDocument/2006/relationships/chart" Target="../charts/chart1.xml"/><Relationship Id="rId4" Type="http://schemas.openxmlformats.org/officeDocument/2006/relationships/notesSlide" Target="../notesSlides/notesSlide13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30.png"/><Relationship Id="rId3" Type="http://schemas.openxmlformats.org/officeDocument/2006/relationships/chart" Target="../charts/chart2.xml"/><Relationship Id="rId4" Type="http://schemas.openxmlformats.org/officeDocument/2006/relationships/image" Target="../media/image845.jpg"/><Relationship Id="rId5" Type="http://schemas.openxmlformats.org/officeDocument/2006/relationships/notesSlide" Target="../notesSlides/notesSlide14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image" Target="../media/image31.png"/><Relationship Id="rId3" Type="http://schemas.openxmlformats.org/officeDocument/2006/relationships/chart" Target="../charts/chart3.xml"/><Relationship Id="rId4" Type="http://schemas.openxmlformats.org/officeDocument/2006/relationships/notesSlide" Target="../notesSlides/notesSlide15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image" Target="../media/image1.png"/><Relationship Id="rId3" Type="http://schemas.openxmlformats.org/officeDocument/2006/relationships/image" Target="../media/image831.jpg"/><Relationship Id="rId4" Type="http://schemas.openxmlformats.org/officeDocument/2006/relationships/image" Target="../media/image832.jpg"/><Relationship Id="rId5" Type="http://schemas.openxmlformats.org/officeDocument/2006/relationships/image" Target="../media/image833.jpg"/><Relationship Id="rId6" Type="http://schemas.openxmlformats.org/officeDocument/2006/relationships/notesSlide" Target="../notesSlides/notesSlide8.xml"/></Relationships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Номер слайда 20">
            <a:extLst>
              <a:ext uri="{FF2B5EF4-FFF2-40B4-BE49-F238E27FC236}">
                <a16:creationId xmlns:a16="http://schemas.microsoft.com/office/drawing/2014/main" id="{E37F5FAA-C312-4795-96DC-2C14BF0B869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04600" y="6350000"/>
            <a:ext cx="558800" cy="355600"/>
          </a:xfrm>
        </p:spPr>
        <p:txBody>
          <a:bodyPr/>
          <a:lstStyle/>
          <a:p>
            <a:fld id="{52DCC5B9-D646-4B76-891F-6FF4E74E9CB4}" type="slidenum">
              <a:rPr lang="ru-RU" smtClean="0">
                <a:latin typeface="Montserrat"/>
              </a:rPr>
              <a:pPr/>
              <a:t>2</a:t>
            </a:fld>
            <a:endParaRPr lang="ru-RU" dirty="0">
              <a:latin typeface="Montserrat"/>
            </a:endParaRP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FD6DBDB-F473-4DB4-8034-C555ECD03C53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-38100000" y="-38100000"/>
            <a:ext cx="2016723" cy="454025"/>
          </a:xfrm>
        </p:spPr>
        <p:txBody>
          <a:bodyPr/>
          <a:lstStyle/>
          <a:p/>
        </p:txBody>
      </p:sp>
      <p:pic>
        <p:nvPicPr>
          <p:cNvPr id="22" name="Picture 21" descr="logo_stri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900" y="787400"/>
            <a:ext cx="3299908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812800" y="1905000"/>
            <a:ext cx="8890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6000" b="0" lang="ru-RU">
                <a:solidFill>
                  <a:srgbClr val="FFFFFF"/>
                </a:solidFill>
                <a:latin typeface="Montserrat Black"/>
              </a:rPr>
              <a:t>СПАСИБО!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0900" y="3124200"/>
            <a:ext cx="8890000" cy="431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200" b="1" lang="ru-RU">
                <a:solidFill>
                  <a:srgbClr val="FFFFFF"/>
                </a:solidFill>
                <a:latin typeface="Montserrat"/>
              </a:rPr>
              <a:t>Verstka — цифровой дизайнер презентаций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50900" y="3810000"/>
            <a:ext cx="4572000" cy="609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0900" y="3810000"/>
            <a:ext cx="4572000" cy="609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700" b="1" lang="ru-RU">
                <a:solidFill>
                  <a:srgbClr val="520978"/>
                </a:solidFill>
                <a:latin typeface="Montserrat"/>
              </a:rPr>
              <a:t>github.com/hl0pch1k/verstka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900" y="4724400"/>
            <a:ext cx="965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lang="ru-RU">
                <a:solidFill>
                  <a:srgbClr val="FFFFFF"/>
                </a:solidFill>
                <a:latin typeface="Montserrat"/>
              </a:rPr>
              <a:t>Команда «Рекрут 2» · Артём Воронин · @hl0pch1k · +7 916 935 88 85</a:t>
            </a:r>
          </a:p>
          <a:p>
            <a:pPr algn="l">
              <a:lnSpc>
                <a:spcPct val="130000"/>
              </a:lnSpc>
            </a:pPr>
            <a:r>
              <a:rPr sz="1500" b="0" lang="ru-RU">
                <a:solidFill>
                  <a:srgbClr val="FFFFFF"/>
                </a:solidFill>
                <a:latin typeface="Montserrat"/>
              </a:rPr>
              <a:t>Код, документация, демо-презентации и видео — в репозитории</a:t>
            </a:r>
          </a:p>
        </p:txBody>
      </p:sp>
    </p:spTree>
    <p:extLst>
      <p:ext uri="{BB962C8B-B14F-4D97-AF65-F5344CB8AC3E}">
        <p14:creationId xmlns:p14="http://schemas.microsoft.com/office/powerpoint/2010/main" val="37920517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2FA84A33-0C72-0932-80BA-8E3874357B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" y="3894513"/>
            <a:ext cx="6271845" cy="1706743"/>
          </a:xfrm>
        </p:spPr>
        <p:txBody>
          <a:bodyPr/>
          <a:lstStyle/>
          <a:p>
            <a:pPr marL="268288" indent="0"/>
            <a:r>
              <a:rPr lang="ru-RU"/>
              <a:t>РЕКРУТ 2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37079B28-9FB8-672E-DD52-FA978EC4A21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0" y="5659501"/>
            <a:ext cx="8930641" cy="757174"/>
          </a:xfrm>
        </p:spPr>
        <p:txBody>
          <a:bodyPr anchor="ctr"/>
          <a:lstStyle/>
          <a:p>
            <a:pPr indent="268288"/>
            <a:r>
              <a:rPr lang="ru-RU"/>
              <a:t>Задача № 4 VK Tech «Цифровой дизайнер презентаций»</a:t>
            </a:r>
          </a:p>
          <a:p>
            <a:pPr indent="268288"/>
            <a:r>
              <a:rPr lang="ru-RU"/>
              <a:t>Решение — Verstka</a:t>
            </a:r>
          </a:p>
        </p:txBody>
      </p:sp>
      <p:sp>
        <p:nvSpPr>
          <p:cNvPr id="2" name="Скругленный прямоугольник 1">
            <a:extLst>
              <a:ext uri="{FF2B5EF4-FFF2-40B4-BE49-F238E27FC236}">
                <a16:creationId xmlns:a16="http://schemas.microsoft.com/office/drawing/2014/main" id="{42AA0FBE-CF0A-64AF-80E8-EF1996F56DB8}"/>
              </a:ext>
            </a:extLst>
          </p:cNvPr>
          <p:cNvSpPr/>
          <p:nvPr/>
        </p:nvSpPr>
        <p:spPr>
          <a:xfrm>
            <a:off x="-296709" y="-313993"/>
            <a:ext cx="6125156" cy="2285622"/>
          </a:xfrm>
          <a:prstGeom prst="roundRect">
            <a:avLst>
              <a:gd name="adj" fmla="val 9821"/>
            </a:avLst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pic>
        <p:nvPicPr>
          <p:cNvPr id="6" name="Picture 5" descr="logo_stri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686" y="535493"/>
            <a:ext cx="3229680" cy="6712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06660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13BA75DB-8EAE-769C-2B17-FF7CD6EEF6C6}"/>
              </a:ext>
            </a:extLst>
          </p:cNvPr>
          <p:cNvSpPr/>
          <p:nvPr/>
        </p:nvSpPr>
        <p:spPr>
          <a:xfrm>
            <a:off x="0" y="2971800"/>
            <a:ext cx="6456363" cy="3886200"/>
          </a:xfrm>
          <a:prstGeom prst="rect">
            <a:avLst/>
          </a:prstGeom>
          <a:solidFill>
            <a:srgbClr val="DCCEE4">
              <a:alpha val="49804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dirty="0"/>
          </a:p>
        </p:txBody>
      </p:sp>
      <p:sp>
        <p:nvSpPr>
          <p:cNvPr id="6" name="Текст 8">
            <a:extLst>
              <a:ext uri="{FF2B5EF4-FFF2-40B4-BE49-F238E27FC236}">
                <a16:creationId xmlns:a16="http://schemas.microsoft.com/office/drawing/2014/main" id="{32D7670A-4313-AE7C-DDA9-134ADC224C94}"/>
              </a:ext>
            </a:extLst>
          </p:cNvPr>
          <p:cNvSpPr txBox="1">
            <a:spLocks/>
          </p:cNvSpPr>
          <p:nvPr/>
        </p:nvSpPr>
        <p:spPr>
          <a:xfrm>
            <a:off x="6819904" y="2303118"/>
            <a:ext cx="4945564" cy="66866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ru-RU" sz="1600" b="1" dirty="0">
                <a:solidFill>
                  <a:schemeClr val="accent5"/>
                </a:solidFill>
              </a:rPr>
              <a:t>Краткое описание решения:</a:t>
            </a:r>
          </a:p>
        </p:txBody>
      </p:sp>
      <p:sp>
        <p:nvSpPr>
          <p:cNvPr id="8" name="Текст 8">
            <a:extLst>
              <a:ext uri="{FF2B5EF4-FFF2-40B4-BE49-F238E27FC236}">
                <a16:creationId xmlns:a16="http://schemas.microsoft.com/office/drawing/2014/main" id="{D8A04531-793D-BF7A-34F3-615C18C06BA5}"/>
              </a:ext>
            </a:extLst>
          </p:cNvPr>
          <p:cNvSpPr txBox="1">
            <a:spLocks/>
          </p:cNvSpPr>
          <p:nvPr/>
        </p:nvSpPr>
        <p:spPr>
          <a:xfrm>
            <a:off x="6836606" y="4876070"/>
            <a:ext cx="4945565" cy="89003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Font typeface="Wingdings" pitchFamily="2" charset="2"/>
              <a:buNone/>
            </a:pPr>
            <a:r>
              <a:rPr lang="ru-RU" dirty="0">
                <a:solidFill>
                  <a:schemeClr val="tx1"/>
                </a:solidFill>
              </a:rPr>
              <a:t>Шаблон читается как набор правил, а не макетов. Ни одного выдуманного числа. Проверка качества встроена в пайплайн.</a:t>
            </a:r>
          </a:p>
        </p:txBody>
      </p:sp>
      <p:sp>
        <p:nvSpPr>
          <p:cNvPr id="14" name="Текст 8">
            <a:extLst>
              <a:ext uri="{FF2B5EF4-FFF2-40B4-BE49-F238E27FC236}">
                <a16:creationId xmlns:a16="http://schemas.microsoft.com/office/drawing/2014/main" id="{A66B04C6-E9BA-5BA2-7A5C-84468D491C57}"/>
              </a:ext>
            </a:extLst>
          </p:cNvPr>
          <p:cNvSpPr txBox="1">
            <a:spLocks/>
          </p:cNvSpPr>
          <p:nvPr/>
        </p:nvSpPr>
        <p:spPr>
          <a:xfrm>
            <a:off x="334962" y="3883009"/>
            <a:ext cx="5629858" cy="2399033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b="1" dirty="0">
                <a:solidFill>
                  <a:schemeClr val="tx1"/>
                </a:solidFill>
              </a:rPr>
              <a:t>Капитан: </a:t>
            </a:r>
            <a:r>
              <a:rPr lang="ru-RU" b="0" dirty="0">
                <a:solidFill>
                  <a:schemeClr val="tx1"/>
                </a:solidFill>
              </a:rPr>
              <a:t>Воронин Артём Тимофеевич, ML-инженер</a:t>
            </a:r>
          </a:p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b="1" dirty="0">
                <a:solidFill>
                  <a:schemeClr val="tx1"/>
                </a:solidFill>
              </a:rPr>
              <a:t>Кол-во участников: </a:t>
            </a:r>
            <a:r>
              <a:rPr lang="ru-RU" b="0" dirty="0">
                <a:solidFill>
                  <a:schemeClr val="tx1"/>
                </a:solidFill>
              </a:rPr>
              <a:t>2 человека</a:t>
            </a:r>
          </a:p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b="1" dirty="0">
                <a:solidFill>
                  <a:schemeClr val="tx1"/>
                </a:solidFill>
              </a:rPr>
              <a:t>Краткое описание: </a:t>
            </a:r>
            <a:r>
              <a:rPr lang="ru-RU" b="0" dirty="0">
                <a:solidFill>
                  <a:schemeClr val="tx1"/>
                </a:solidFill>
              </a:rPr>
              <a:t>коллеги из «Газпром автоматизации». Делаем инструмент, которого сами ждали в работе: презентация в фирменном стиле за минуты вместо часов</a:t>
            </a:r>
          </a:p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b="1" dirty="0">
                <a:solidFill>
                  <a:schemeClr val="tx1"/>
                </a:solidFill>
              </a:rPr>
              <a:t>Город и регион: </a:t>
            </a:r>
            <a:r>
              <a:rPr lang="ru-RU" b="0" dirty="0">
                <a:solidFill>
                  <a:schemeClr val="tx1"/>
                </a:solidFill>
              </a:rPr>
              <a:t>Москва</a:t>
            </a:r>
          </a:p>
        </p:txBody>
      </p:sp>
      <p:sp>
        <p:nvSpPr>
          <p:cNvPr id="15" name="Текст 8">
            <a:extLst>
              <a:ext uri="{FF2B5EF4-FFF2-40B4-BE49-F238E27FC236}">
                <a16:creationId xmlns:a16="http://schemas.microsoft.com/office/drawing/2014/main" id="{835E7A1E-FFEA-1C2F-65E6-56769FEFB842}"/>
              </a:ext>
            </a:extLst>
          </p:cNvPr>
          <p:cNvSpPr txBox="1">
            <a:spLocks/>
          </p:cNvSpPr>
          <p:nvPr/>
        </p:nvSpPr>
        <p:spPr>
          <a:xfrm>
            <a:off x="334962" y="3484785"/>
            <a:ext cx="2990173" cy="35393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ru-RU" sz="1600" b="1" dirty="0">
                <a:solidFill>
                  <a:schemeClr val="accent5"/>
                </a:solidFill>
              </a:rPr>
              <a:t>О команде</a:t>
            </a:r>
          </a:p>
        </p:txBody>
      </p:sp>
      <p:sp>
        <p:nvSpPr>
          <p:cNvPr id="18" name="Заголовок 6">
            <a:extLst>
              <a:ext uri="{FF2B5EF4-FFF2-40B4-BE49-F238E27FC236}">
                <a16:creationId xmlns:a16="http://schemas.microsoft.com/office/drawing/2014/main" id="{7CB04CCE-DD7B-2901-A280-8E4E079451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19903" y="1039236"/>
            <a:ext cx="3636703" cy="1015128"/>
          </a:xfrm>
        </p:spPr>
        <p:txBody>
          <a:bodyPr/>
          <a:lstStyle/>
          <a:p>
            <a:endParaRPr lang="ru-RU" sz="2400" dirty="0">
              <a:solidFill>
                <a:schemeClr val="accent5"/>
              </a:solidFill>
              <a:latin typeface="+mn-lt"/>
            </a:endParaRPr>
          </a:p>
        </p:txBody>
      </p:sp>
      <p:cxnSp>
        <p:nvCxnSpPr>
          <p:cNvPr id="7" name="Прямая соединительная линия 6">
            <a:extLst>
              <a:ext uri="{FF2B5EF4-FFF2-40B4-BE49-F238E27FC236}">
                <a16:creationId xmlns:a16="http://schemas.microsoft.com/office/drawing/2014/main" id="{7C7CCC6C-58F8-0E63-53E4-87AE6D59DD62}"/>
              </a:ext>
            </a:extLst>
          </p:cNvPr>
          <p:cNvCxnSpPr>
            <a:cxnSpLocks/>
          </p:cNvCxnSpPr>
          <p:nvPr/>
        </p:nvCxnSpPr>
        <p:spPr>
          <a:xfrm>
            <a:off x="6880774" y="2240031"/>
            <a:ext cx="4884824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6" name="Прямая соединительная линия 15">
            <a:extLst>
              <a:ext uri="{FF2B5EF4-FFF2-40B4-BE49-F238E27FC236}">
                <a16:creationId xmlns:a16="http://schemas.microsoft.com/office/drawing/2014/main" id="{1B3B23E2-26F4-92D2-2DA4-7A9B6B8237E1}"/>
              </a:ext>
            </a:extLst>
          </p:cNvPr>
          <p:cNvCxnSpPr>
            <a:cxnSpLocks/>
          </p:cNvCxnSpPr>
          <p:nvPr/>
        </p:nvCxnSpPr>
        <p:spPr>
          <a:xfrm>
            <a:off x="6897347" y="4437879"/>
            <a:ext cx="4884824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7" name="Прямая соединительная линия 16">
            <a:extLst>
              <a:ext uri="{FF2B5EF4-FFF2-40B4-BE49-F238E27FC236}">
                <a16:creationId xmlns:a16="http://schemas.microsoft.com/office/drawing/2014/main" id="{0C8347DC-DEA9-7C56-5C73-FA89FB55D49D}"/>
              </a:ext>
            </a:extLst>
          </p:cNvPr>
          <p:cNvCxnSpPr>
            <a:cxnSpLocks/>
          </p:cNvCxnSpPr>
          <p:nvPr/>
        </p:nvCxnSpPr>
        <p:spPr>
          <a:xfrm>
            <a:off x="395833" y="3448639"/>
            <a:ext cx="5700167" cy="0"/>
          </a:xfrm>
          <a:prstGeom prst="line">
            <a:avLst/>
          </a:prstGeom>
          <a:ln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" name="Текст 8">
            <a:extLst>
              <a:ext uri="{FF2B5EF4-FFF2-40B4-BE49-F238E27FC236}">
                <a16:creationId xmlns:a16="http://schemas.microsoft.com/office/drawing/2014/main" id="{D556F1CE-69ED-AE0F-D388-9032B66CC535}"/>
              </a:ext>
            </a:extLst>
          </p:cNvPr>
          <p:cNvSpPr txBox="1">
            <a:spLocks/>
          </p:cNvSpPr>
          <p:nvPr/>
        </p:nvSpPr>
        <p:spPr>
          <a:xfrm>
            <a:off x="6819904" y="4541737"/>
            <a:ext cx="4945564" cy="66866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ru-RU" sz="1600" b="1" dirty="0">
                <a:solidFill>
                  <a:schemeClr val="accent5"/>
                </a:solidFill>
              </a:rPr>
              <a:t>Уникальность решения:</a:t>
            </a:r>
          </a:p>
        </p:txBody>
      </p:sp>
      <p:sp>
        <p:nvSpPr>
          <p:cNvPr id="5" name="Текст 8">
            <a:extLst>
              <a:ext uri="{FF2B5EF4-FFF2-40B4-BE49-F238E27FC236}">
                <a16:creationId xmlns:a16="http://schemas.microsoft.com/office/drawing/2014/main" id="{6811D897-A2AE-AA09-747E-1B90C43B5420}"/>
              </a:ext>
            </a:extLst>
          </p:cNvPr>
          <p:cNvSpPr txBox="1">
            <a:spLocks/>
          </p:cNvSpPr>
          <p:nvPr/>
        </p:nvSpPr>
        <p:spPr>
          <a:xfrm>
            <a:off x="6808027" y="2619903"/>
            <a:ext cx="4945565" cy="89003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Font typeface="Wingdings" pitchFamily="2" charset="2"/>
              <a:buNone/>
            </a:pPr>
            <a:r>
              <a:rPr lang="ru-RU" dirty="0">
                <a:solidFill>
                  <a:schemeClr val="tx1"/>
                </a:solidFill>
              </a:rPr>
              <a:t>Verstka берёт любой шаблон PowerPoint и текст и меньше чем за 3 минуты собирает три редактируемые презентации в стиле этого шаблона.</a:t>
            </a:r>
          </a:p>
        </p:txBody>
      </p:sp>
      <p:sp>
        <p:nvSpPr>
          <p:cNvPr id="10" name="Номер слайда 35">
            <a:extLst>
              <a:ext uri="{FF2B5EF4-FFF2-40B4-BE49-F238E27FC236}">
                <a16:creationId xmlns:a16="http://schemas.microsoft.com/office/drawing/2014/main" id="{75D9ACE7-3A6B-03B3-9BA4-502350CBAA74}"/>
              </a:ext>
            </a:extLst>
          </p:cNvPr>
          <p:cNvSpPr txBox="1">
            <a:spLocks/>
          </p:cNvSpPr>
          <p:nvPr/>
        </p:nvSpPr>
        <p:spPr>
          <a:xfrm>
            <a:off x="11404600" y="6350000"/>
            <a:ext cx="558800" cy="355600"/>
          </a:xfrm>
          <a:prstGeom prst="rect">
            <a:avLst/>
          </a:prstGeom>
        </p:spPr>
        <p:txBody>
          <a:bodyPr/>
          <a:lstStyle>
            <a:defPPr>
              <a:defRPr lang="ru-RU"/>
            </a:defPPr>
            <a:lvl1pPr marL="0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10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220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329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439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549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658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9765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6877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52DCC5B9-D646-4B76-891F-6FF4E74E9CB4}" type="slidenum">
              <a:rPr lang="ru-RU" sz="1200" smtClean="0">
                <a:solidFill>
                  <a:schemeClr val="accent5"/>
                </a:solidFill>
                <a:latin typeface="Montserrat"/>
              </a:rPr>
              <a:pPr algn="ctr"/>
              <a:t>8</a:t>
            </a:fld>
            <a:endParaRPr lang="ru-RU" sz="1200" dirty="0">
              <a:solidFill>
                <a:schemeClr val="accent5"/>
              </a:solidFill>
              <a:latin typeface="Montserrat"/>
            </a:endParaRPr>
          </a:p>
        </p:txBody>
      </p:sp>
      <p:pic>
        <p:nvPicPr>
          <p:cNvPr id="19" name="Picture 18" descr="about_banner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35267"/>
            <a:ext cx="6456363" cy="2971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97789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9AC977F-019F-1EBC-A1EC-CEAA645B59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Скругленный прямоугольник 55">
            <a:extLst>
              <a:ext uri="{FF2B5EF4-FFF2-40B4-BE49-F238E27FC236}">
                <a16:creationId xmlns:a16="http://schemas.microsoft.com/office/drawing/2014/main" id="{635392F3-78F4-5585-E25E-CDBEA7E9F10C}"/>
              </a:ext>
            </a:extLst>
          </p:cNvPr>
          <p:cNvSpPr/>
          <p:nvPr/>
        </p:nvSpPr>
        <p:spPr>
          <a:xfrm>
            <a:off x="6147068" y="1522006"/>
            <a:ext cx="2192713" cy="4834352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57" name="Текст 8">
            <a:extLst>
              <a:ext uri="{FF2B5EF4-FFF2-40B4-BE49-F238E27FC236}">
                <a16:creationId xmlns:a16="http://schemas.microsoft.com/office/drawing/2014/main" id="{9398668D-F141-1433-7B1B-1518BC470E30}"/>
              </a:ext>
            </a:extLst>
          </p:cNvPr>
          <p:cNvSpPr txBox="1">
            <a:spLocks/>
          </p:cNvSpPr>
          <p:nvPr/>
        </p:nvSpPr>
        <p:spPr>
          <a:xfrm>
            <a:off x="6319352" y="4250028"/>
            <a:ext cx="1894354" cy="162461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1200">
                <a:solidFill>
                  <a:schemeClr val="tx1"/>
                </a:solidFill>
              </a:rPr>
              <a:t>Участник</a:t>
            </a:r>
          </a:p>
          <a:p>
            <a:pPr fontAlgn="base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1200">
                <a:solidFill>
                  <a:schemeClr val="tx1"/>
                </a:solidFill>
              </a:rPr>
              <a:t>Тестирование и обратная связь по результатам</a:t>
            </a:r>
          </a:p>
          <a:p>
            <a:pPr fontAlgn="base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1200">
                <a:solidFill>
                  <a:schemeClr val="tx1"/>
                </a:solidFill>
              </a:rPr>
              <a:t>@Y_murik</a:t>
            </a:r>
          </a:p>
          <a:p>
            <a:pPr fontAlgn="base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1200">
                <a:solidFill>
                  <a:schemeClr val="tx1"/>
                </a:solidFill>
              </a:rPr>
              <a:t>+7 916 543 20 60</a:t>
            </a:r>
          </a:p>
          <a:p>
            <a:pPr fontAlgn="base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1200">
                <a:solidFill>
                  <a:schemeClr val="tx1"/>
                </a:solidFill>
              </a:rPr>
              <a:t>Газпром автоматизация</a:t>
            </a:r>
          </a:p>
        </p:txBody>
      </p:sp>
      <p:sp>
        <p:nvSpPr>
          <p:cNvPr id="58" name="Текст 8">
            <a:extLst>
              <a:ext uri="{FF2B5EF4-FFF2-40B4-BE49-F238E27FC236}">
                <a16:creationId xmlns:a16="http://schemas.microsoft.com/office/drawing/2014/main" id="{8D1E397B-73F6-7777-9CD1-12E43986247F}"/>
              </a:ext>
            </a:extLst>
          </p:cNvPr>
          <p:cNvSpPr txBox="1">
            <a:spLocks/>
          </p:cNvSpPr>
          <p:nvPr/>
        </p:nvSpPr>
        <p:spPr>
          <a:xfrm>
            <a:off x="6319351" y="3622118"/>
            <a:ext cx="1722566" cy="62791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1600" b="1" dirty="0">
                <a:solidFill>
                  <a:schemeClr val="accent5"/>
                </a:solidFill>
              </a:rPr>
              <a:t>Ярослав Мурехин</a:t>
            </a:r>
          </a:p>
        </p:txBody>
      </p:sp>
      <p:sp>
        <p:nvSpPr>
          <p:cNvPr id="17" name="Скругленный прямоугольник 16">
            <a:extLst>
              <a:ext uri="{FF2B5EF4-FFF2-40B4-BE49-F238E27FC236}">
                <a16:creationId xmlns:a16="http://schemas.microsoft.com/office/drawing/2014/main" id="{FC0035EA-559C-020F-D4A8-B4146A26E8E5}"/>
              </a:ext>
            </a:extLst>
          </p:cNvPr>
          <p:cNvSpPr/>
          <p:nvPr/>
        </p:nvSpPr>
        <p:spPr>
          <a:xfrm>
            <a:off x="3841750" y="1522006"/>
            <a:ext cx="2192713" cy="4834352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13" name="Скругленный прямоугольник 12">
            <a:extLst>
              <a:ext uri="{FF2B5EF4-FFF2-40B4-BE49-F238E27FC236}">
                <a16:creationId xmlns:a16="http://schemas.microsoft.com/office/drawing/2014/main" id="{4F9EEB10-D234-64E3-5744-B3981F11A494}"/>
              </a:ext>
            </a:extLst>
          </p:cNvPr>
          <p:cNvSpPr/>
          <p:nvPr/>
        </p:nvSpPr>
        <p:spPr>
          <a:xfrm>
            <a:off x="346075" y="324562"/>
            <a:ext cx="3952656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18" name="Номер слайда 17">
            <a:extLst>
              <a:ext uri="{FF2B5EF4-FFF2-40B4-BE49-F238E27FC236}">
                <a16:creationId xmlns:a16="http://schemas.microsoft.com/office/drawing/2014/main" id="{ADFA4405-6EC1-3A52-92A7-2CA2130BB2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04600" y="6350000"/>
            <a:ext cx="558800" cy="355600"/>
          </a:xfrm>
        </p:spPr>
        <p:txBody>
          <a:bodyPr/>
          <a:lstStyle/>
          <a:p>
            <a:fld id="{52DCC5B9-D646-4B76-891F-6FF4E74E9CB4}" type="slidenum">
              <a:rPr lang="ru-RU" smtClean="0">
                <a:solidFill>
                  <a:schemeClr val="bg1"/>
                </a:solidFill>
                <a:latin typeface="Montserrat"/>
              </a:rPr>
              <a:pPr/>
              <a:t>9</a:t>
            </a:fld>
            <a:endParaRPr lang="ru-RU" dirty="0">
              <a:solidFill>
                <a:schemeClr val="bg1"/>
              </a:solidFill>
              <a:latin typeface="Montserrat"/>
            </a:endParaRPr>
          </a:p>
        </p:txBody>
      </p:sp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A8302BF4-F579-F30C-0D0B-9EC587DE2A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9275" y="449787"/>
            <a:ext cx="3546256" cy="376138"/>
          </a:xfrm>
        </p:spPr>
        <p:txBody>
          <a:bodyPr wrap="none">
            <a:noAutofit/>
          </a:bodyPr>
          <a:lstStyle/>
          <a:p>
            <a:r>
              <a:rPr/>
              <a:t>КОМАНДА</a:t>
            </a:r>
          </a:p>
        </p:txBody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id="{8392728C-0D28-63FE-46DB-BBDA5226DAE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014034" y="4250028"/>
            <a:ext cx="1894354" cy="1624612"/>
          </a:xfrm>
        </p:spPr>
        <p:txBody>
          <a:bodyPr>
            <a:normAutofit/>
          </a:bodyPr>
          <a:lstStyle/>
          <a:p>
            <a:pPr rtl="0" fontAlgn="base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1200" dirty="0">
                <a:solidFill>
                  <a:schemeClr val="tx1"/>
                </a:solidFill>
              </a:rPr>
              <a:t>Капитан</a:t>
            </a:r>
          </a:p>
          <a:p>
            <a:pPr rtl="0" fontAlgn="base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1200" dirty="0">
                <a:solidFill>
                  <a:schemeClr val="tx1"/>
                </a:solidFill>
              </a:rPr>
              <a:t>ML-инженер: архитектура и разработка Verstka</a:t>
            </a:r>
          </a:p>
          <a:p>
            <a:pPr rtl="0" fontAlgn="base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1200" dirty="0">
                <a:solidFill>
                  <a:schemeClr val="tx1"/>
                </a:solidFill>
              </a:rPr>
              <a:t>@hl0pch1k</a:t>
            </a:r>
          </a:p>
          <a:p>
            <a:pPr rtl="0" fontAlgn="base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1200" dirty="0">
                <a:solidFill>
                  <a:schemeClr val="tx1"/>
                </a:solidFill>
              </a:rPr>
              <a:t>+7 916 935 88 85</a:t>
            </a:r>
          </a:p>
          <a:p>
            <a:pPr rtl="0" fontAlgn="base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1200" dirty="0">
                <a:solidFill>
                  <a:schemeClr val="tx1"/>
                </a:solidFill>
              </a:rPr>
              <a:t>Газпром автоматизация</a:t>
            </a:r>
          </a:p>
        </p:txBody>
      </p:sp>
      <p:sp>
        <p:nvSpPr>
          <p:cNvPr id="15" name="Текст 8">
            <a:extLst>
              <a:ext uri="{FF2B5EF4-FFF2-40B4-BE49-F238E27FC236}">
                <a16:creationId xmlns:a16="http://schemas.microsoft.com/office/drawing/2014/main" id="{34A1767C-75B2-E3D4-5057-DD85E6AB1440}"/>
              </a:ext>
            </a:extLst>
          </p:cNvPr>
          <p:cNvSpPr txBox="1">
            <a:spLocks/>
          </p:cNvSpPr>
          <p:nvPr/>
        </p:nvSpPr>
        <p:spPr>
          <a:xfrm>
            <a:off x="4014033" y="3622118"/>
            <a:ext cx="1722566" cy="62791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1600" b="1" dirty="0">
                <a:solidFill>
                  <a:schemeClr val="accent5"/>
                </a:solidFill>
              </a:rPr>
              <a:t>Артём Воронин</a:t>
            </a:r>
          </a:p>
        </p:txBody>
      </p:sp>
      <p:pic>
        <p:nvPicPr>
          <p:cNvPr id="59" name="Picture 58" descr="photo_artem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77071" y="1816054"/>
            <a:ext cx="1722566" cy="1552901"/>
          </a:xfrm>
          <a:prstGeom prst="rect">
            <a:avLst/>
          </a:prstGeom>
          <a:ln w="9525">
            <a:solidFill>
              <a:srgbClr val="E4D9EE"/>
            </a:solidFill>
          </a:ln>
        </p:spPr>
      </p:pic>
      <p:pic>
        <p:nvPicPr>
          <p:cNvPr id="60" name="Picture 59" descr="photo_yaroslav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82141" y="1826554"/>
            <a:ext cx="1722566" cy="1542401"/>
          </a:xfrm>
          <a:prstGeom prst="rect">
            <a:avLst/>
          </a:prstGeom>
          <a:ln w="9525">
            <a:solidFill>
              <a:srgbClr val="E4D9EE"/>
            </a:solidFill>
          </a:ln>
        </p:spPr>
      </p:pic>
    </p:spTree>
    <p:extLst>
      <p:ext uri="{BB962C8B-B14F-4D97-AF65-F5344CB8AC3E}">
        <p14:creationId xmlns:p14="http://schemas.microsoft.com/office/powerpoint/2010/main" val="9221470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112D283-FCC2-40D9-9CEA-EF1BD3595E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кругленный прямоугольник 1">
            <a:extLst>
              <a:ext uri="{FF2B5EF4-FFF2-40B4-BE49-F238E27FC236}">
                <a16:creationId xmlns:a16="http://schemas.microsoft.com/office/drawing/2014/main" id="{9376089D-9A77-730A-ADAF-A685C17F1AED}"/>
              </a:ext>
            </a:extLst>
          </p:cNvPr>
          <p:cNvSpPr/>
          <p:nvPr/>
        </p:nvSpPr>
        <p:spPr>
          <a:xfrm>
            <a:off x="346075" y="324562"/>
            <a:ext cx="3952656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18" name="Номер слайда 17">
            <a:extLst>
              <a:ext uri="{FF2B5EF4-FFF2-40B4-BE49-F238E27FC236}">
                <a16:creationId xmlns:a16="http://schemas.microsoft.com/office/drawing/2014/main" id="{74006CB4-BD4D-EF41-3DCA-EDB126B848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04600" y="6350000"/>
            <a:ext cx="558800" cy="355600"/>
          </a:xfrm>
        </p:spPr>
        <p:txBody>
          <a:bodyPr/>
          <a:lstStyle/>
          <a:p>
            <a:fld id="{52DCC5B9-D646-4B76-891F-6FF4E74E9CB4}" type="slidenum">
              <a:rPr lang="ru-RU" smtClean="0">
                <a:solidFill>
                  <a:schemeClr val="accent5"/>
                </a:solidFill>
                <a:latin typeface="Montserrat"/>
              </a:rPr>
              <a:pPr/>
              <a:t>10</a:t>
            </a:fld>
            <a:endParaRPr lang="ru-RU" dirty="0">
              <a:solidFill>
                <a:schemeClr val="accent5"/>
              </a:solidFill>
              <a:latin typeface="Montserrat"/>
            </a:endParaRPr>
          </a:p>
        </p:txBody>
      </p:sp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9F7DE1A9-1AD8-0498-5446-8F5D409119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9275" y="449787"/>
            <a:ext cx="3546256" cy="376138"/>
          </a:xfrm>
        </p:spPr>
        <p:txBody>
          <a:bodyPr wrap="none">
            <a:noAutofit/>
          </a:bodyPr>
          <a:lstStyle/>
          <a:p>
            <a:r>
              <a:rPr/>
              <a:t>ИСТОРИЯ КОМАНДЫ</a:t>
            </a:r>
          </a:p>
        </p:txBody>
      </p:sp>
      <p:sp>
        <p:nvSpPr>
          <p:cNvPr id="37" name="Текст 8">
            <a:extLst>
              <a:ext uri="{FF2B5EF4-FFF2-40B4-BE49-F238E27FC236}">
                <a16:creationId xmlns:a16="http://schemas.microsoft.com/office/drawing/2014/main" id="{C7B87D78-5037-F48A-F05C-8E80D4A5A4D0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33607" y="1602273"/>
            <a:ext cx="9906000" cy="934263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ru-RU" dirty="0" sz="1400">
                <a:solidFill>
                  <a:schemeClr val="tx1"/>
                </a:solidFill>
              </a:rPr>
              <a:t>Мы работаем в «Газпром автоматизации» и каждую неделю готовим отчётные презентации: текст пишется за час, а оформление по фирменному шаблону съедает полдня. На ЛЦТ пришли сделать инструмент, которым будем пользоваться сами.</a:t>
            </a:r>
          </a:p>
        </p:txBody>
      </p:sp>
      <p:sp>
        <p:nvSpPr>
          <p:cNvPr id="38" name="Текст 8">
            <a:extLst>
              <a:ext uri="{FF2B5EF4-FFF2-40B4-BE49-F238E27FC236}">
                <a16:creationId xmlns:a16="http://schemas.microsoft.com/office/drawing/2014/main" id="{BAD76A99-219B-023F-35AA-74EDFF6A51FC}"/>
              </a:ext>
            </a:extLst>
          </p:cNvPr>
          <p:cNvSpPr txBox="1">
            <a:spLocks/>
          </p:cNvSpPr>
          <p:nvPr/>
        </p:nvSpPr>
        <p:spPr>
          <a:xfrm>
            <a:off x="533607" y="1279645"/>
            <a:ext cx="2990173" cy="35393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ru-RU" b="1" dirty="0">
                <a:solidFill>
                  <a:schemeClr val="accent5"/>
                </a:solidFill>
              </a:rPr>
              <a:t>Краткая история команды:</a:t>
            </a:r>
          </a:p>
        </p:txBody>
      </p:sp>
      <p:sp>
        <p:nvSpPr>
          <p:cNvPr id="40" name="Текст 8">
            <a:extLst>
              <a:ext uri="{FF2B5EF4-FFF2-40B4-BE49-F238E27FC236}">
                <a16:creationId xmlns:a16="http://schemas.microsoft.com/office/drawing/2014/main" id="{A812662F-49C9-0A37-1671-EE5E187C65D2}"/>
              </a:ext>
            </a:extLst>
          </p:cNvPr>
          <p:cNvSpPr txBox="1">
            <a:spLocks/>
          </p:cNvSpPr>
          <p:nvPr/>
        </p:nvSpPr>
        <p:spPr>
          <a:xfrm>
            <a:off x="533607" y="5139255"/>
            <a:ext cx="9906000" cy="105536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ru-RU" dirty="0" sz="1400">
                <a:solidFill>
                  <a:schemeClr val="tx1"/>
                </a:solidFill>
              </a:rPr>
              <a:t>В реальных шаблонах 95 % фигур — не плейсхолдеры, поэтому единицей разбора стал слайд-образец. Модели «дописывают» цифры — поэтому каждое число сверяем с текстом до и после вёрстки. Чтобы не подстроиться под датасет, каждую правку проверяем на 87 чужих шаблонах.</a:t>
            </a:r>
          </a:p>
        </p:txBody>
      </p:sp>
      <p:sp>
        <p:nvSpPr>
          <p:cNvPr id="41" name="Текст 8">
            <a:extLst>
              <a:ext uri="{FF2B5EF4-FFF2-40B4-BE49-F238E27FC236}">
                <a16:creationId xmlns:a16="http://schemas.microsoft.com/office/drawing/2014/main" id="{1AF2119E-43D8-37AF-C511-A59B0DD883B0}"/>
              </a:ext>
            </a:extLst>
          </p:cNvPr>
          <p:cNvSpPr txBox="1">
            <a:spLocks/>
          </p:cNvSpPr>
          <p:nvPr/>
        </p:nvSpPr>
        <p:spPr>
          <a:xfrm>
            <a:off x="533608" y="4571473"/>
            <a:ext cx="6438692" cy="629056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buNone/>
            </a:pPr>
            <a:r>
              <a:rPr lang="ru-RU" b="1" dirty="0">
                <a:solidFill>
                  <a:schemeClr val="accent5"/>
                </a:solidFill>
              </a:rPr>
              <a:t>С какими основными сложностями или вызовами </a:t>
            </a:r>
            <a:br>
              <a:rPr lang="ru-RU" b="1" dirty="0">
                <a:solidFill>
                  <a:schemeClr val="accent5"/>
                </a:solidFill>
              </a:rPr>
            </a:br>
            <a:r>
              <a:rPr lang="ru-RU" b="1" dirty="0">
                <a:solidFill>
                  <a:schemeClr val="accent5"/>
                </a:solidFill>
              </a:rPr>
              <a:t>вы столкнулись и как их преодолели?</a:t>
            </a:r>
          </a:p>
        </p:txBody>
      </p:sp>
      <p:sp>
        <p:nvSpPr>
          <p:cNvPr id="43" name="Текст 8">
            <a:extLst>
              <a:ext uri="{FF2B5EF4-FFF2-40B4-BE49-F238E27FC236}">
                <a16:creationId xmlns:a16="http://schemas.microsoft.com/office/drawing/2014/main" id="{819ADE62-86A0-41CF-FEBE-6AC207E6AB95}"/>
              </a:ext>
            </a:extLst>
          </p:cNvPr>
          <p:cNvSpPr txBox="1">
            <a:spLocks/>
          </p:cNvSpPr>
          <p:nvPr/>
        </p:nvSpPr>
        <p:spPr>
          <a:xfrm>
            <a:off x="533607" y="3429000"/>
            <a:ext cx="9906000" cy="107852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ru-RU" dirty="0" sz="1400">
                <a:solidFill>
                  <a:schemeClr val="tx1"/>
                </a:solidFill>
              </a:rPr>
              <a:t>Это редкая задача, где ИИ должен не писать текст, а соблюдать чужую дизайн-систему. Зацепил инженерный вызов: прочитать любой шаблон как набор правил и не придумать ни одного числа.</a:t>
            </a:r>
          </a:p>
        </p:txBody>
      </p:sp>
      <p:sp>
        <p:nvSpPr>
          <p:cNvPr id="44" name="Текст 8">
            <a:extLst>
              <a:ext uri="{FF2B5EF4-FFF2-40B4-BE49-F238E27FC236}">
                <a16:creationId xmlns:a16="http://schemas.microsoft.com/office/drawing/2014/main" id="{A0EBDB05-E223-F4C0-4AF4-743B80D718E1}"/>
              </a:ext>
            </a:extLst>
          </p:cNvPr>
          <p:cNvSpPr txBox="1">
            <a:spLocks/>
          </p:cNvSpPr>
          <p:nvPr/>
        </p:nvSpPr>
        <p:spPr>
          <a:xfrm>
            <a:off x="533607" y="2900091"/>
            <a:ext cx="5629858" cy="52890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ru-RU" b="1" dirty="0">
                <a:solidFill>
                  <a:schemeClr val="accent5"/>
                </a:solidFill>
              </a:rPr>
              <a:t>Почему вы выбрали именно эту задачу </a:t>
            </a:r>
            <a:br>
              <a:rPr lang="ru-RU" b="1" dirty="0">
                <a:solidFill>
                  <a:schemeClr val="accent5"/>
                </a:solidFill>
              </a:rPr>
            </a:br>
            <a:r>
              <a:rPr lang="ru-RU" b="1" dirty="0">
                <a:solidFill>
                  <a:schemeClr val="accent5"/>
                </a:solidFill>
              </a:rPr>
              <a:t>из предложенных на хакатоне?</a:t>
            </a:r>
          </a:p>
        </p:txBody>
      </p:sp>
      <p:cxnSp>
        <p:nvCxnSpPr>
          <p:cNvPr id="5" name="Прямая соединительная линия 4">
            <a:extLst>
              <a:ext uri="{FF2B5EF4-FFF2-40B4-BE49-F238E27FC236}">
                <a16:creationId xmlns:a16="http://schemas.microsoft.com/office/drawing/2014/main" id="{8462540F-CBE5-F86F-AD60-3D1A03F73EED}"/>
              </a:ext>
            </a:extLst>
          </p:cNvPr>
          <p:cNvCxnSpPr>
            <a:cxnSpLocks/>
          </p:cNvCxnSpPr>
          <p:nvPr/>
        </p:nvCxnSpPr>
        <p:spPr>
          <a:xfrm>
            <a:off x="623888" y="2745691"/>
            <a:ext cx="1123315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43B6B201-8F98-911C-C812-B6DD350A7909}"/>
              </a:ext>
            </a:extLst>
          </p:cNvPr>
          <p:cNvCxnSpPr>
            <a:cxnSpLocks/>
          </p:cNvCxnSpPr>
          <p:nvPr/>
        </p:nvCxnSpPr>
        <p:spPr>
          <a:xfrm>
            <a:off x="623888" y="4407066"/>
            <a:ext cx="1123315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8" name="Прямая соединительная линия 7">
            <a:extLst>
              <a:ext uri="{FF2B5EF4-FFF2-40B4-BE49-F238E27FC236}">
                <a16:creationId xmlns:a16="http://schemas.microsoft.com/office/drawing/2014/main" id="{935A7CAA-85B0-3D33-9D92-74AF00456FDE}"/>
              </a:ext>
            </a:extLst>
          </p:cNvPr>
          <p:cNvCxnSpPr>
            <a:cxnSpLocks/>
          </p:cNvCxnSpPr>
          <p:nvPr/>
        </p:nvCxnSpPr>
        <p:spPr>
          <a:xfrm>
            <a:off x="623888" y="1110074"/>
            <a:ext cx="1123315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9" name="Текст 8">
            <a:extLst>
              <a:ext uri="{FF2B5EF4-FFF2-40B4-BE49-F238E27FC236}">
                <a16:creationId xmlns:a16="http://schemas.microsoft.com/office/drawing/2014/main" id="{DE3DBF43-8386-18C6-2DBB-93FBC617A211}"/>
              </a:ext>
            </a:extLst>
          </p:cNvPr>
          <p:cNvSpPr txBox="1">
            <a:spLocks/>
          </p:cNvSpPr>
          <p:nvPr/>
        </p:nvSpPr>
        <p:spPr>
          <a:xfrm>
            <a:off x="11015788" y="1279645"/>
            <a:ext cx="956838" cy="35393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ru-RU" b="1" dirty="0">
                <a:solidFill>
                  <a:schemeClr val="accent5"/>
                </a:solidFill>
              </a:rPr>
              <a:t>01</a:t>
            </a:r>
          </a:p>
        </p:txBody>
      </p:sp>
      <p:sp>
        <p:nvSpPr>
          <p:cNvPr id="11" name="Текст 8">
            <a:extLst>
              <a:ext uri="{FF2B5EF4-FFF2-40B4-BE49-F238E27FC236}">
                <a16:creationId xmlns:a16="http://schemas.microsoft.com/office/drawing/2014/main" id="{1C998835-697E-638C-C9A8-992A3CFE1585}"/>
              </a:ext>
            </a:extLst>
          </p:cNvPr>
          <p:cNvSpPr txBox="1">
            <a:spLocks/>
          </p:cNvSpPr>
          <p:nvPr/>
        </p:nvSpPr>
        <p:spPr>
          <a:xfrm>
            <a:off x="11015788" y="2900091"/>
            <a:ext cx="930595" cy="52890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ct val="100000"/>
              </a:lnSpc>
              <a:buNone/>
            </a:pPr>
            <a:r>
              <a:rPr lang="ru-RU" b="1" dirty="0">
                <a:solidFill>
                  <a:schemeClr val="accent5"/>
                </a:solidFill>
              </a:rPr>
              <a:t>02</a:t>
            </a:r>
          </a:p>
        </p:txBody>
      </p:sp>
      <p:sp>
        <p:nvSpPr>
          <p:cNvPr id="12" name="Текст 8">
            <a:extLst>
              <a:ext uri="{FF2B5EF4-FFF2-40B4-BE49-F238E27FC236}">
                <a16:creationId xmlns:a16="http://schemas.microsoft.com/office/drawing/2014/main" id="{63CDAC47-57C1-8743-C534-E78438BFEAB6}"/>
              </a:ext>
            </a:extLst>
          </p:cNvPr>
          <p:cNvSpPr txBox="1">
            <a:spLocks/>
          </p:cNvSpPr>
          <p:nvPr/>
        </p:nvSpPr>
        <p:spPr>
          <a:xfrm>
            <a:off x="11015788" y="4571473"/>
            <a:ext cx="930596" cy="56778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ct val="100000"/>
              </a:lnSpc>
              <a:buNone/>
            </a:pPr>
            <a:r>
              <a:rPr lang="ru-RU" b="1" dirty="0">
                <a:solidFill>
                  <a:schemeClr val="accent5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0355111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AD51DE2-6F1E-2FB8-52A8-A597ED4D8F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Скругленный прямоугольник 9">
            <a:extLst>
              <a:ext uri="{FF2B5EF4-FFF2-40B4-BE49-F238E27FC236}">
                <a16:creationId xmlns:a16="http://schemas.microsoft.com/office/drawing/2014/main" id="{99639827-4B20-41B4-B9A5-E5F859569F5A}"/>
              </a:ext>
            </a:extLst>
          </p:cNvPr>
          <p:cNvSpPr/>
          <p:nvPr/>
        </p:nvSpPr>
        <p:spPr>
          <a:xfrm>
            <a:off x="346075" y="324562"/>
            <a:ext cx="3750912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4" name="Скругленный прямоугольник 23">
            <a:extLst>
              <a:ext uri="{FF2B5EF4-FFF2-40B4-BE49-F238E27FC236}">
                <a16:creationId xmlns:a16="http://schemas.microsoft.com/office/drawing/2014/main" id="{D6D9A41E-4495-E50B-97DA-5E654B99A15A}"/>
              </a:ext>
            </a:extLst>
          </p:cNvPr>
          <p:cNvSpPr/>
          <p:nvPr/>
        </p:nvSpPr>
        <p:spPr>
          <a:xfrm>
            <a:off x="6230774" y="1211284"/>
            <a:ext cx="5440313" cy="4989492"/>
          </a:xfrm>
          <a:prstGeom prst="roundRect">
            <a:avLst>
              <a:gd name="adj" fmla="val 3865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7" name="Скругленный прямоугольник 26">
            <a:extLst>
              <a:ext uri="{FF2B5EF4-FFF2-40B4-BE49-F238E27FC236}">
                <a16:creationId xmlns:a16="http://schemas.microsoft.com/office/drawing/2014/main" id="{4205FFC6-B5B1-7076-639B-E4DAFE652AFA}"/>
              </a:ext>
            </a:extLst>
          </p:cNvPr>
          <p:cNvSpPr/>
          <p:nvPr/>
        </p:nvSpPr>
        <p:spPr>
          <a:xfrm>
            <a:off x="346076" y="1211284"/>
            <a:ext cx="5440313" cy="4989492"/>
          </a:xfrm>
          <a:prstGeom prst="roundRect">
            <a:avLst>
              <a:gd name="adj" fmla="val 3407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1" name="Номер слайда 20">
            <a:extLst>
              <a:ext uri="{FF2B5EF4-FFF2-40B4-BE49-F238E27FC236}">
                <a16:creationId xmlns:a16="http://schemas.microsoft.com/office/drawing/2014/main" id="{889AB292-D098-2ABD-0429-89B4EFAD43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04600" y="6350000"/>
            <a:ext cx="558800" cy="355600"/>
          </a:xfrm>
        </p:spPr>
        <p:txBody>
          <a:bodyPr/>
          <a:lstStyle/>
          <a:p>
            <a:fld id="{52DCC5B9-D646-4B76-891F-6FF4E74E9CB4}" type="slidenum">
              <a:rPr lang="ru-RU" smtClean="0">
                <a:solidFill>
                  <a:schemeClr val="bg1"/>
                </a:solidFill>
                <a:latin typeface="Montserrat"/>
              </a:rPr>
              <a:pPr/>
              <a:t>11</a:t>
            </a:fld>
            <a:endParaRPr lang="ru-RU" dirty="0">
              <a:solidFill>
                <a:schemeClr val="bg1"/>
              </a:solidFill>
              <a:latin typeface="Montserrat"/>
            </a:endParaRP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2BA7842-46FE-F786-9D85-92BBE62C549A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89493" y="1920927"/>
            <a:ext cx="4929861" cy="3868581"/>
          </a:xfrm>
        </p:spPr>
        <p:txBody>
          <a:bodyPr>
            <a:normAutofit/>
          </a:bodyPr>
          <a:lstStyle/>
          <a:p>
            <a:r>
              <a:rPr lang="ru-RU" sz="1600" dirty="0">
                <a:solidFill>
                  <a:schemeClr val="tx1"/>
                </a:solidFill>
              </a:rPr>
              <a:t>Разбор шаблона в manifest.json: палитра с ролями цветов, шкала кеглей, сетка и поля, логотипы и колонтитулы, образцы слайдов</a:t>
            </a:r>
          </a:p>
          <a:p>
            <a:r>
              <a:rPr lang="ru-RU" sz="1600" dirty="0">
                <a:solidFill>
                  <a:schemeClr val="tx1"/>
                </a:solidFill>
              </a:rPr>
              <a:t>Агент на открытых моделях до 35B: аналитик, дизайнер каждого слайда, критик и правка</a:t>
            </a:r>
          </a:p>
          <a:p>
            <a:r>
              <a:rPr lang="ru-RU" sz="1600" dirty="0">
                <a:solidFill>
                  <a:schemeClr val="tx1"/>
                </a:solidFill>
              </a:rPr>
              <a:t>Каждое число сверяется с текстом до и после вёрстки</a:t>
            </a:r>
          </a:p>
          <a:p>
            <a:r>
              <a:rPr lang="ru-RU" sz="1600" dirty="0">
                <a:solidFill>
                  <a:schemeClr val="tx1"/>
                </a:solidFill>
              </a:rPr>
              <a:t>Нативные объекты PowerPoint: диаграммы, таблицы, карточки из фигур шаблона; экспорт в PPTX, PDF, HTML</a:t>
            </a:r>
          </a:p>
          <a:p>
            <a:r>
              <a:rPr lang="ru-RU" sz="1600" dirty="0">
                <a:solidFill>
                  <a:schemeClr val="tx1"/>
                </a:solidFill>
              </a:rPr>
              <a:t>41 + 2 проверки качества внутри пайплайна, автоисправление</a:t>
            </a:r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FADF42A3-53F4-C8E0-2D79-332DAAEB9A8A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6513513" y="1920927"/>
            <a:ext cx="4957144" cy="3876445"/>
          </a:xfrm>
        </p:spPr>
        <p:txBody>
          <a:bodyPr>
            <a:normAutofit/>
          </a:bodyPr>
          <a:lstStyle/>
          <a:p>
            <a:r>
              <a:rPr lang="ru-RU" sz="1600" dirty="0">
                <a:solidFill>
                  <a:schemeClr val="tx1"/>
                </a:solidFill>
              </a:rPr>
              <a:t>Презентация в фирменном стиле за минуты вместо часов ручной вёрстки</a:t>
            </a:r>
          </a:p>
          <a:p>
            <a:r>
              <a:rPr lang="ru-RU" sz="1600" dirty="0">
                <a:solidFill>
                  <a:schemeClr val="tx1"/>
                </a:solidFill>
              </a:rPr>
              <a:t>Питчи, отчёты и коммерческие предложения строго по корпоративному шаблону</a:t>
            </a:r>
          </a:p>
          <a:p>
            <a:r>
              <a:rPr lang="ru-RU" sz="1600" dirty="0">
                <a:solidFill>
                  <a:schemeClr val="tx1"/>
                </a:solidFill>
              </a:rPr>
              <a:t>Второй сценарий: проверить и улучшить готовую презентацию по правилам шаблона</a:t>
            </a:r>
          </a:p>
          <a:p>
            <a:r>
              <a:rPr lang="ru-RU" sz="1600" dirty="0">
                <a:solidFill>
                  <a:schemeClr val="tx1"/>
                </a:solidFill>
              </a:rPr>
              <a:t>Внедрение на инференсе VK: API для корпоративных систем, интеграция в рабочие сервисы</a:t>
            </a:r>
          </a:p>
          <a:p>
            <a:r>
              <a:rPr lang="ru-RU" sz="1600" dirty="0">
                <a:solidFill>
                  <a:schemeClr val="tx1"/>
                </a:solidFill>
              </a:rPr>
              <a:t>Пилот на шаблонах VK Tech, затем — на шаблонах клиентов</a:t>
            </a:r>
          </a:p>
        </p:txBody>
      </p:sp>
      <p:sp>
        <p:nvSpPr>
          <p:cNvPr id="14" name="Заголовок 13">
            <a:extLst>
              <a:ext uri="{FF2B5EF4-FFF2-40B4-BE49-F238E27FC236}">
                <a16:creationId xmlns:a16="http://schemas.microsoft.com/office/drawing/2014/main" id="{9ADE5A7A-262A-121D-63C7-92347C3B48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817" y="456851"/>
            <a:ext cx="9862734" cy="376138"/>
          </a:xfrm>
        </p:spPr>
        <p:txBody>
          <a:bodyPr/>
          <a:lstStyle/>
          <a:p>
            <a:r>
              <a:rPr lang="ru-RU" dirty="0"/>
              <a:t>КОРОТКО О РЕШЕНИИ</a:t>
            </a:r>
          </a:p>
        </p:txBody>
      </p:sp>
      <p:sp>
        <p:nvSpPr>
          <p:cNvPr id="15" name="Текст 14">
            <a:extLst>
              <a:ext uri="{FF2B5EF4-FFF2-40B4-BE49-F238E27FC236}">
                <a16:creationId xmlns:a16="http://schemas.microsoft.com/office/drawing/2014/main" id="{26BEC078-5087-6080-D7D6-F5A0B438BDE2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78063" y="1476583"/>
            <a:ext cx="4929861" cy="555147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ru-RU" sz="2000" b="1" dirty="0">
                <a:solidFill>
                  <a:schemeClr val="accent5"/>
                </a:solidFill>
              </a:rPr>
              <a:t>Техническая суть решения</a:t>
            </a:r>
          </a:p>
        </p:txBody>
      </p:sp>
      <p:sp>
        <p:nvSpPr>
          <p:cNvPr id="17" name="Текст 16">
            <a:extLst>
              <a:ext uri="{FF2B5EF4-FFF2-40B4-BE49-F238E27FC236}">
                <a16:creationId xmlns:a16="http://schemas.microsoft.com/office/drawing/2014/main" id="{2859F02A-65ED-43C1-C072-8FCD6772DA35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6513513" y="1476583"/>
            <a:ext cx="5214724" cy="561519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ru-RU" sz="2000" b="1" dirty="0">
                <a:solidFill>
                  <a:schemeClr val="accent5"/>
                </a:solidFill>
              </a:rPr>
              <a:t>Маркетинговая суть решения</a:t>
            </a:r>
          </a:p>
          <a:p>
            <a:pPr>
              <a:lnSpc>
                <a:spcPct val="100000"/>
              </a:lnSpc>
            </a:pPr>
            <a:endParaRPr lang="ru-RU" b="1" dirty="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987764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AE39BFA-C414-3731-3F05-E28FB015D4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Скругленный прямоугольник 22">
            <a:extLst>
              <a:ext uri="{FF2B5EF4-FFF2-40B4-BE49-F238E27FC236}">
                <a16:creationId xmlns:a16="http://schemas.microsoft.com/office/drawing/2014/main" id="{7922FF53-ACE2-23D9-1F2E-C3CB2E860DAF}"/>
              </a:ext>
            </a:extLst>
          </p:cNvPr>
          <p:cNvSpPr/>
          <p:nvPr/>
        </p:nvSpPr>
        <p:spPr>
          <a:xfrm>
            <a:off x="346075" y="324562"/>
            <a:ext cx="4560671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4" name="Скругленный прямоугольник 3">
            <a:extLst>
              <a:ext uri="{FF2B5EF4-FFF2-40B4-BE49-F238E27FC236}">
                <a16:creationId xmlns:a16="http://schemas.microsoft.com/office/drawing/2014/main" id="{6080F467-69D9-0742-2978-0590E2BF440F}"/>
              </a:ext>
            </a:extLst>
          </p:cNvPr>
          <p:cNvSpPr/>
          <p:nvPr/>
        </p:nvSpPr>
        <p:spPr>
          <a:xfrm>
            <a:off x="325170" y="1304256"/>
            <a:ext cx="11541659" cy="5052102"/>
          </a:xfrm>
          <a:prstGeom prst="roundRect">
            <a:avLst>
              <a:gd name="adj" fmla="val 6926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1" name="Номер слайда 20">
            <a:extLst>
              <a:ext uri="{FF2B5EF4-FFF2-40B4-BE49-F238E27FC236}">
                <a16:creationId xmlns:a16="http://schemas.microsoft.com/office/drawing/2014/main" id="{D48EA9B5-E41A-C397-3CFE-F967E98FC76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04600" y="6350000"/>
            <a:ext cx="558800" cy="355600"/>
          </a:xfrm>
        </p:spPr>
        <p:txBody>
          <a:bodyPr/>
          <a:lstStyle/>
          <a:p>
            <a:fld id="{52DCC5B9-D646-4B76-891F-6FF4E74E9CB4}" type="slidenum">
              <a:rPr lang="ru-RU" smtClean="0">
                <a:solidFill>
                  <a:schemeClr val="bg1"/>
                </a:solidFill>
                <a:latin typeface="Montserrat"/>
              </a:rPr>
              <a:pPr/>
              <a:t>13</a:t>
            </a:fld>
            <a:endParaRPr lang="ru-RU" dirty="0">
              <a:solidFill>
                <a:schemeClr val="bg1"/>
              </a:solidFill>
              <a:latin typeface="Montserrat"/>
            </a:endParaRP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1F975DC-7FFC-8C16-7A6D-78D26FCBD5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9275" y="419100"/>
            <a:ext cx="4154271" cy="381000"/>
          </a:xfrm>
        </p:spPr>
        <p:txBody>
          <a:bodyPr wrap="none">
            <a:noAutofit/>
          </a:bodyPr>
          <a:lstStyle/>
          <a:p>
            <a:r>
              <a:rPr/>
              <a:t>АРХИТЕКТУРА ПАЙПЛАЙНА</a:t>
            </a:r>
          </a:p>
        </p:txBody>
      </p:sp>
      <p:pic>
        <p:nvPicPr>
          <p:cNvPr id="24" name="Picture 23" descr="pipeline_pitc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404" y="1456656"/>
            <a:ext cx="8901191" cy="47473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040327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AD51DE2-6F1E-2FB8-52A8-A597ED4D8F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Скругленный прямоугольник 9">
            <a:extLst>
              <a:ext uri="{FF2B5EF4-FFF2-40B4-BE49-F238E27FC236}">
                <a16:creationId xmlns:a16="http://schemas.microsoft.com/office/drawing/2014/main" id="{99639827-4B20-41B4-B9A5-E5F859569F5A}"/>
              </a:ext>
            </a:extLst>
          </p:cNvPr>
          <p:cNvSpPr/>
          <p:nvPr/>
        </p:nvSpPr>
        <p:spPr>
          <a:xfrm>
            <a:off x="346075" y="324562"/>
            <a:ext cx="3111828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1" name="Номер слайда 20">
            <a:extLst>
              <a:ext uri="{FF2B5EF4-FFF2-40B4-BE49-F238E27FC236}">
                <a16:creationId xmlns:a16="http://schemas.microsoft.com/office/drawing/2014/main" id="{889AB292-D098-2ABD-0429-89B4EFAD43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04600" y="6350000"/>
            <a:ext cx="558800" cy="355600"/>
          </a:xfrm>
        </p:spPr>
        <p:txBody>
          <a:bodyPr/>
          <a:lstStyle/>
          <a:p>
            <a:fld id="{52DCC5B9-D646-4B76-891F-6FF4E74E9CB4}" type="slidenum">
              <a:rPr lang="ru-RU" smtClean="0">
                <a:solidFill>
                  <a:schemeClr val="bg1"/>
                </a:solidFill>
                <a:latin typeface="Montserrat"/>
              </a:rPr>
              <a:pPr/>
              <a:t>16</a:t>
            </a:fld>
            <a:endParaRPr lang="ru-RU" dirty="0">
              <a:solidFill>
                <a:schemeClr val="bg1"/>
              </a:solidFill>
              <a:latin typeface="Montserrat"/>
            </a:endParaRPr>
          </a:p>
        </p:txBody>
      </p:sp>
      <p:sp>
        <p:nvSpPr>
          <p:cNvPr id="2" name="Текст 1">
            <a:extLst>
              <a:ext uri="{FF2B5EF4-FFF2-40B4-BE49-F238E27FC236}">
                <a16:creationId xmlns:a16="http://schemas.microsoft.com/office/drawing/2014/main" id="{0B115FEC-D79C-233C-419E-0B0BE3EB4A02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-38100000" y="-38100000"/>
            <a:ext cx="2284071" cy="423628"/>
          </a:xfrm>
        </p:spPr>
        <p:txBody>
          <a:bodyPr/>
          <a:lstStyle/>
          <a:p/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2BA7842-46FE-F786-9D85-92BBE62C549A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-38100000" y="-38100000"/>
            <a:ext cx="2284071" cy="2797928"/>
          </a:xfrm>
        </p:spPr>
        <p:txBody>
          <a:bodyPr/>
          <a:lstStyle/>
          <a:p/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D2670742-0112-ABA9-7C47-FE6D64A30A91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-38100000" y="-38100000"/>
            <a:ext cx="2337416" cy="403756"/>
          </a:xfrm>
        </p:spPr>
        <p:txBody>
          <a:bodyPr/>
          <a:lstStyle/>
          <a:p/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6A5C658C-1FD4-CD12-D517-15F6F46CFE3C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-38100000" y="-38100000"/>
            <a:ext cx="2337416" cy="2797928"/>
          </a:xfrm>
        </p:spPr>
        <p:txBody>
          <a:bodyPr/>
          <a:lstStyle/>
          <a:p/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4FAFE374-953E-0336-76DE-D143BB9C645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-38100000" y="-38100000"/>
            <a:ext cx="2268537" cy="403913"/>
          </a:xfrm>
        </p:spPr>
        <p:txBody>
          <a:bodyPr/>
          <a:lstStyle/>
          <a:p/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FADF42A3-53F4-C8E0-2D79-332DAAEB9A8A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-38100000" y="-38100000"/>
            <a:ext cx="2268537" cy="2797928"/>
          </a:xfrm>
        </p:spPr>
        <p:txBody>
          <a:bodyPr/>
          <a:lstStyle/>
          <a:p/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68E32729-5FCC-21EA-16FD-CEF0C8FAABAA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-38100000" y="-38100000"/>
            <a:ext cx="2263553" cy="423628"/>
          </a:xfrm>
        </p:spPr>
        <p:txBody>
          <a:bodyPr/>
          <a:lstStyle/>
          <a:p/>
        </p:txBody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id="{86A6BF68-6470-CE0D-3E5F-0B15EDDCA14B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-38100000" y="-38100000"/>
            <a:ext cx="2263553" cy="2797928"/>
          </a:xfrm>
        </p:spPr>
        <p:txBody>
          <a:bodyPr/>
          <a:lstStyle/>
          <a:p/>
        </p:txBody>
      </p:sp>
      <p:sp>
        <p:nvSpPr>
          <p:cNvPr id="14" name="Заголовок 13">
            <a:extLst>
              <a:ext uri="{FF2B5EF4-FFF2-40B4-BE49-F238E27FC236}">
                <a16:creationId xmlns:a16="http://schemas.microsoft.com/office/drawing/2014/main" id="{9ADE5A7A-262A-121D-63C7-92347C3B48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9275" y="421226"/>
            <a:ext cx="2705428" cy="376138"/>
          </a:xfrm>
        </p:spPr>
        <p:txBody>
          <a:bodyPr wrap="none">
            <a:noAutofit/>
          </a:bodyPr>
          <a:lstStyle/>
          <a:p>
            <a:r>
              <a:rPr/>
              <a:t>ДЕМО-ПРОГОН</a:t>
            </a:r>
          </a:p>
        </p:txBody>
      </p:sp>
      <p:sp>
        <p:nvSpPr>
          <p:cNvPr id="15" name="Текст 14">
            <a:extLst>
              <a:ext uri="{FF2B5EF4-FFF2-40B4-BE49-F238E27FC236}">
                <a16:creationId xmlns:a16="http://schemas.microsoft.com/office/drawing/2014/main" id="{26BEC078-5087-6080-D7D6-F5A0B438BDE2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-38100000" y="-38100000"/>
            <a:ext cx="771003" cy="423628"/>
          </a:xfrm>
        </p:spPr>
        <p:txBody>
          <a:bodyPr/>
          <a:lstStyle/>
          <a:p/>
        </p:txBody>
      </p:sp>
      <p:sp>
        <p:nvSpPr>
          <p:cNvPr id="16" name="Текст 15">
            <a:extLst>
              <a:ext uri="{FF2B5EF4-FFF2-40B4-BE49-F238E27FC236}">
                <a16:creationId xmlns:a16="http://schemas.microsoft.com/office/drawing/2014/main" id="{DE8FDF14-E7C8-6EE3-EBD8-B5DDE4F7F60B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-38100000" y="-38100000"/>
            <a:ext cx="771003" cy="403756"/>
          </a:xfrm>
        </p:spPr>
        <p:txBody>
          <a:bodyPr/>
          <a:lstStyle/>
          <a:p/>
        </p:txBody>
      </p:sp>
      <p:sp>
        <p:nvSpPr>
          <p:cNvPr id="17" name="Текст 16">
            <a:extLst>
              <a:ext uri="{FF2B5EF4-FFF2-40B4-BE49-F238E27FC236}">
                <a16:creationId xmlns:a16="http://schemas.microsoft.com/office/drawing/2014/main" id="{2859F02A-65ED-43C1-C072-8FCD6772DA35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-38100000" y="-38100000"/>
            <a:ext cx="771003" cy="403913"/>
          </a:xfrm>
        </p:spPr>
        <p:txBody>
          <a:bodyPr/>
          <a:lstStyle/>
          <a:p/>
        </p:txBody>
      </p:sp>
      <p:sp>
        <p:nvSpPr>
          <p:cNvPr id="18" name="Текст 17">
            <a:extLst>
              <a:ext uri="{FF2B5EF4-FFF2-40B4-BE49-F238E27FC236}">
                <a16:creationId xmlns:a16="http://schemas.microsoft.com/office/drawing/2014/main" id="{59F6129C-95BA-0836-7395-00F4830237D5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-38100000" y="-38100000"/>
            <a:ext cx="771003" cy="423628"/>
          </a:xfrm>
        </p:spPr>
        <p:txBody>
          <a:bodyPr/>
          <a:lstStyle/>
          <a:p/>
        </p:txBody>
      </p:sp>
      <p:sp>
        <p:nvSpPr>
          <p:cNvPr id="22" name="Rounded Rectangle 21"/>
          <p:cNvSpPr/>
          <p:nvPr/>
        </p:nvSpPr>
        <p:spPr>
          <a:xfrm>
            <a:off x="520700" y="1168400"/>
            <a:ext cx="7747000" cy="48387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  <a:effectLst>
            <a:outerShdw blurRad="203200" dist="63500" dir="5400000" algn="t" rotWithShape="0">
              <a:srgbClr val="310F53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demo_big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300" y="1270000"/>
            <a:ext cx="7543800" cy="4635500"/>
          </a:xfrm>
          <a:prstGeom prst="rect">
            <a:avLst/>
          </a:prstGeom>
        </p:spPr>
      </p:pic>
      <p:sp>
        <p:nvSpPr>
          <p:cNvPr id="24" name="Rounded Rectangle 23"/>
          <p:cNvSpPr/>
          <p:nvPr/>
        </p:nvSpPr>
        <p:spPr>
          <a:xfrm>
            <a:off x="8470900" y="1168400"/>
            <a:ext cx="3200400" cy="14859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203200" dist="63500" dir="5400000" algn="t" rotWithShape="0">
              <a:srgbClr val="310F53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99500" y="1371600"/>
            <a:ext cx="2794000" cy="55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600" b="0" lang="ru-RU">
                <a:solidFill>
                  <a:srgbClr val="FF0053"/>
                </a:solidFill>
                <a:latin typeface="Montserrat Black"/>
              </a:rPr>
              <a:t>1 мин 18 с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99500" y="1930400"/>
            <a:ext cx="2794000" cy="63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lang="ru-RU">
                <a:solidFill>
                  <a:srgbClr val="5E5670"/>
                </a:solidFill>
                <a:latin typeface="Montserrat"/>
              </a:rPr>
              <a:t>шаблон VK Tech в видео: три варианта по 10 слайдов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470900" y="2844800"/>
            <a:ext cx="3200400" cy="14859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203200" dist="63500" dir="5400000" algn="t" rotWithShape="0">
              <a:srgbClr val="310F53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699500" y="3048000"/>
            <a:ext cx="2794000" cy="55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600" b="0" lang="ru-RU">
                <a:solidFill>
                  <a:srgbClr val="FF0053"/>
                </a:solidFill>
                <a:latin typeface="Montserrat Black"/>
              </a:rPr>
              <a:t>1 мин 12 с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99500" y="3606800"/>
            <a:ext cx="2794000" cy="63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lang="ru-RU">
                <a:solidFill>
                  <a:srgbClr val="5E5670"/>
                </a:solidFill>
                <a:latin typeface="Montserrat"/>
              </a:rPr>
              <a:t>незнакомый шаблон SlidesCarnival: три варианта по 10 слайдов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470900" y="4521200"/>
            <a:ext cx="3200400" cy="14859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203200" dist="63500" dir="5400000" algn="t" rotWithShape="0">
              <a:srgbClr val="310F53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699500" y="4724400"/>
            <a:ext cx="2794000" cy="55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600" b="0" lang="ru-RU">
                <a:solidFill>
                  <a:srgbClr val="FF0053"/>
                </a:solidFill>
                <a:latin typeface="Montserrat Black"/>
              </a:rPr>
              <a:t>97 · 97 · 97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99500" y="5283200"/>
            <a:ext cx="2794000" cy="63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lang="ru-RU">
                <a:solidFill>
                  <a:srgbClr val="5E5670"/>
                </a:solidFill>
                <a:latin typeface="Montserrat"/>
              </a:rPr>
              <a:t>оценки проверки качества на незнакомом шаблоне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20700" y="6121400"/>
            <a:ext cx="7747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 lang="ru-RU">
                <a:solidFill>
                  <a:srgbClr val="FFFFFF"/>
                </a:solidFill>
                <a:latin typeface="Montserrat"/>
              </a:rPr>
              <a:t>Живой сервис, один дубль без монтажа и ускорения — видео в репозитории: docs/video</a:t>
            </a:r>
          </a:p>
        </p:txBody>
      </p:sp>
    </p:spTree>
    <p:extLst>
      <p:ext uri="{BB962C8B-B14F-4D97-AF65-F5344CB8AC3E}">
        <p14:creationId xmlns:p14="http://schemas.microsoft.com/office/powerpoint/2010/main" val="173911422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Скругленный прямоугольник 22">
            <a:extLst>
              <a:ext uri="{FF2B5EF4-FFF2-40B4-BE49-F238E27FC236}">
                <a16:creationId xmlns:a16="http://schemas.microsoft.com/office/drawing/2014/main" id="{7922FF53-ACE2-23D9-1F2E-C3CB2E860DAF}"/>
              </a:ext>
            </a:extLst>
          </p:cNvPr>
          <p:cNvSpPr/>
          <p:nvPr/>
        </p:nvSpPr>
        <p:spPr>
          <a:xfrm>
            <a:off x="346075" y="324562"/>
            <a:ext cx="3111828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1" name="Номер слайда 20">
            <a:extLst>
              <a:ext uri="{FF2B5EF4-FFF2-40B4-BE49-F238E27FC236}">
                <a16:creationId xmlns:a16="http://schemas.microsoft.com/office/drawing/2014/main" id="{669682A0-CA38-40A8-94F2-47358000C1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04600" y="6350000"/>
            <a:ext cx="558800" cy="355600"/>
          </a:xfrm>
        </p:spPr>
        <p:txBody>
          <a:bodyPr/>
          <a:lstStyle/>
          <a:p>
            <a:fld id="{52DCC5B9-D646-4B76-891F-6FF4E74E9CB4}" type="slidenum">
              <a:rPr lang="ru-RU" smtClean="0">
                <a:solidFill>
                  <a:schemeClr val="accent5"/>
                </a:solidFill>
                <a:latin typeface="Montserrat"/>
              </a:rPr>
              <a:pPr/>
              <a:t>18</a:t>
            </a:fld>
            <a:endParaRPr lang="ru-RU" dirty="0">
              <a:solidFill>
                <a:schemeClr val="accent5"/>
              </a:solidFill>
              <a:latin typeface="Montserrat"/>
            </a:endParaRPr>
          </a:p>
        </p:txBody>
      </p:sp>
      <p:sp>
        <p:nvSpPr>
          <p:cNvPr id="2" name="Текст 1">
            <a:extLst>
              <a:ext uri="{FF2B5EF4-FFF2-40B4-BE49-F238E27FC236}">
                <a16:creationId xmlns:a16="http://schemas.microsoft.com/office/drawing/2014/main" id="{27E23EC9-2FC6-4D30-AF38-406CDD6EAFE1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-38100000" y="-38100000"/>
            <a:ext cx="3866856" cy="423628"/>
          </a:xfrm>
        </p:spPr>
        <p:txBody>
          <a:bodyPr/>
          <a:lstStyle/>
          <a:p/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711F3D1-6A7C-417C-88B0-D92130FE9557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-38100000" y="-38100000"/>
            <a:ext cx="3866856" cy="672075"/>
          </a:xfrm>
        </p:spPr>
        <p:txBody>
          <a:bodyPr/>
          <a:lstStyle/>
          <a:p/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56CFDA1A-32AF-41E1-A34D-F85A5B0EDD07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-38100000" y="-38100000"/>
            <a:ext cx="3866856" cy="403756"/>
          </a:xfrm>
        </p:spPr>
        <p:txBody>
          <a:bodyPr/>
          <a:lstStyle/>
          <a:p/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DCCF47ED-F081-41D2-846B-E1D156AA0314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-38100000" y="-38100000"/>
            <a:ext cx="3866856" cy="672075"/>
          </a:xfrm>
        </p:spPr>
        <p:txBody>
          <a:bodyPr/>
          <a:lstStyle/>
          <a:p/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19BEAF1A-2D42-4D98-AD35-7280D52BED88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-38100000" y="-38100000"/>
            <a:ext cx="3866856" cy="403913"/>
          </a:xfrm>
        </p:spPr>
        <p:txBody>
          <a:bodyPr/>
          <a:lstStyle/>
          <a:p/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50E54373-F1CE-490F-A9AC-455CC1CA7076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-38100000" y="-38100000"/>
            <a:ext cx="3866856" cy="672075"/>
          </a:xfrm>
        </p:spPr>
        <p:txBody>
          <a:bodyPr/>
          <a:lstStyle/>
          <a:p/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D072020D-E8F8-4E9E-BBDB-08E0FF7D7841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-38100000" y="-38100000"/>
            <a:ext cx="3866856" cy="423628"/>
          </a:xfrm>
        </p:spPr>
        <p:txBody>
          <a:bodyPr/>
          <a:lstStyle/>
          <a:p/>
        </p:txBody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id="{F21454E5-F292-4891-9D68-0D5174698360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-38100000" y="-38100000"/>
            <a:ext cx="3866856" cy="672075"/>
          </a:xfrm>
        </p:spPr>
        <p:txBody>
          <a:bodyPr/>
          <a:lstStyle/>
          <a:p/>
        </p:txBody>
      </p:sp>
      <p:sp>
        <p:nvSpPr>
          <p:cNvPr id="10" name="Текст 9">
            <a:extLst>
              <a:ext uri="{FF2B5EF4-FFF2-40B4-BE49-F238E27FC236}">
                <a16:creationId xmlns:a16="http://schemas.microsoft.com/office/drawing/2014/main" id="{ED966D9B-CCFE-4200-A5EC-3EB869FCB8CC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-38100000" y="-38100000"/>
            <a:ext cx="3866856" cy="403756"/>
          </a:xfrm>
        </p:spPr>
        <p:txBody>
          <a:bodyPr/>
          <a:lstStyle/>
          <a:p/>
        </p:txBody>
      </p:sp>
      <p:sp>
        <p:nvSpPr>
          <p:cNvPr id="11" name="Текст 10">
            <a:extLst>
              <a:ext uri="{FF2B5EF4-FFF2-40B4-BE49-F238E27FC236}">
                <a16:creationId xmlns:a16="http://schemas.microsoft.com/office/drawing/2014/main" id="{C1D06240-647F-427A-8B8C-091F9721E642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-38100000" y="-38100000"/>
            <a:ext cx="3866856" cy="672075"/>
          </a:xfrm>
        </p:spPr>
        <p:txBody>
          <a:bodyPr/>
          <a:lstStyle/>
          <a:p/>
        </p:txBody>
      </p:sp>
      <p:sp>
        <p:nvSpPr>
          <p:cNvPr id="12" name="Текст 11">
            <a:extLst>
              <a:ext uri="{FF2B5EF4-FFF2-40B4-BE49-F238E27FC236}">
                <a16:creationId xmlns:a16="http://schemas.microsoft.com/office/drawing/2014/main" id="{0A4B9D71-43CE-4C1C-BF7F-B60A8B578216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-38100000" y="-38100000"/>
            <a:ext cx="3866856" cy="403913"/>
          </a:xfrm>
        </p:spPr>
        <p:txBody>
          <a:bodyPr/>
          <a:lstStyle/>
          <a:p/>
        </p:txBody>
      </p:sp>
      <p:sp>
        <p:nvSpPr>
          <p:cNvPr id="13" name="Текст 12">
            <a:extLst>
              <a:ext uri="{FF2B5EF4-FFF2-40B4-BE49-F238E27FC236}">
                <a16:creationId xmlns:a16="http://schemas.microsoft.com/office/drawing/2014/main" id="{FB764737-E500-486A-BC57-2CFC01C3D8BB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-38100000" y="-38100000"/>
            <a:ext cx="3866856" cy="672075"/>
          </a:xfrm>
        </p:spPr>
        <p:txBody>
          <a:bodyPr/>
          <a:lstStyle/>
          <a:p/>
        </p:txBody>
      </p:sp>
      <p:sp>
        <p:nvSpPr>
          <p:cNvPr id="14" name="Заголовок 13">
            <a:extLst>
              <a:ext uri="{FF2B5EF4-FFF2-40B4-BE49-F238E27FC236}">
                <a16:creationId xmlns:a16="http://schemas.microsoft.com/office/drawing/2014/main" id="{02C18390-040F-49C6-B99F-AFF6DA22BD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9275" y="421226"/>
            <a:ext cx="2705428" cy="376138"/>
          </a:xfrm>
        </p:spPr>
        <p:txBody>
          <a:bodyPr wrap="none">
            <a:noAutofit/>
          </a:bodyPr>
          <a:lstStyle/>
          <a:p>
            <a:r>
              <a:rPr/>
              <a:t>ПРОБЛЕМА</a:t>
            </a:r>
          </a:p>
        </p:txBody>
      </p:sp>
      <p:sp>
        <p:nvSpPr>
          <p:cNvPr id="15" name="Текст 14">
            <a:extLst>
              <a:ext uri="{FF2B5EF4-FFF2-40B4-BE49-F238E27FC236}">
                <a16:creationId xmlns:a16="http://schemas.microsoft.com/office/drawing/2014/main" id="{83D68FBC-5A9C-4BE2-A173-8FBC9296615A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-38100000" y="-38100000"/>
            <a:ext cx="771003" cy="423628"/>
          </a:xfrm>
        </p:spPr>
        <p:txBody>
          <a:bodyPr/>
          <a:lstStyle/>
          <a:p/>
        </p:txBody>
      </p:sp>
      <p:sp>
        <p:nvSpPr>
          <p:cNvPr id="16" name="Текст 15">
            <a:extLst>
              <a:ext uri="{FF2B5EF4-FFF2-40B4-BE49-F238E27FC236}">
                <a16:creationId xmlns:a16="http://schemas.microsoft.com/office/drawing/2014/main" id="{F7796DA3-237A-4B69-B5A0-A321BB471A9B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-38100000" y="-38100000"/>
            <a:ext cx="771003" cy="403756"/>
          </a:xfrm>
        </p:spPr>
        <p:txBody>
          <a:bodyPr/>
          <a:lstStyle/>
          <a:p/>
        </p:txBody>
      </p:sp>
      <p:sp>
        <p:nvSpPr>
          <p:cNvPr id="17" name="Текст 16">
            <a:extLst>
              <a:ext uri="{FF2B5EF4-FFF2-40B4-BE49-F238E27FC236}">
                <a16:creationId xmlns:a16="http://schemas.microsoft.com/office/drawing/2014/main" id="{01D31CD5-C50F-4F9F-AFD3-E6609DC7BFA0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-38100000" y="-38100000"/>
            <a:ext cx="771003" cy="403913"/>
          </a:xfrm>
        </p:spPr>
        <p:txBody>
          <a:bodyPr/>
          <a:lstStyle/>
          <a:p/>
        </p:txBody>
      </p:sp>
      <p:sp>
        <p:nvSpPr>
          <p:cNvPr id="18" name="Текст 17">
            <a:extLst>
              <a:ext uri="{FF2B5EF4-FFF2-40B4-BE49-F238E27FC236}">
                <a16:creationId xmlns:a16="http://schemas.microsoft.com/office/drawing/2014/main" id="{D87BAA27-328A-476A-8933-B54F5113B8B6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-38100000" y="-38100000"/>
            <a:ext cx="771003" cy="423628"/>
          </a:xfrm>
        </p:spPr>
        <p:txBody>
          <a:bodyPr/>
          <a:lstStyle/>
          <a:p/>
        </p:txBody>
      </p:sp>
      <p:sp>
        <p:nvSpPr>
          <p:cNvPr id="19" name="Текст 18">
            <a:extLst>
              <a:ext uri="{FF2B5EF4-FFF2-40B4-BE49-F238E27FC236}">
                <a16:creationId xmlns:a16="http://schemas.microsoft.com/office/drawing/2014/main" id="{7AFF5BE7-0C00-42D9-8BA8-D1F40F4F4492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-38100000" y="-38100000"/>
            <a:ext cx="771003" cy="403756"/>
          </a:xfrm>
        </p:spPr>
        <p:txBody>
          <a:bodyPr/>
          <a:lstStyle/>
          <a:p/>
        </p:txBody>
      </p:sp>
      <p:sp>
        <p:nvSpPr>
          <p:cNvPr id="20" name="Текст 19">
            <a:extLst>
              <a:ext uri="{FF2B5EF4-FFF2-40B4-BE49-F238E27FC236}">
                <a16:creationId xmlns:a16="http://schemas.microsoft.com/office/drawing/2014/main" id="{82867CCA-8241-4FD6-A117-F3A41983885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-38100000" y="-38100000"/>
            <a:ext cx="771003" cy="403913"/>
          </a:xfrm>
        </p:spPr>
        <p:txBody>
          <a:bodyPr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520700" y="1193800"/>
            <a:ext cx="5080000" cy="889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lang="ru-RU">
                <a:solidFill>
                  <a:srgbClr val="310F53"/>
                </a:solidFill>
                <a:latin typeface="Montserrat Black"/>
              </a:rPr>
              <a:t>Оформление съедает больше времени, чем содержание</a:t>
            </a:r>
          </a:p>
        </p:txBody>
      </p:sp>
      <p:sp>
        <p:nvSpPr>
          <p:cNvPr id="25" name="Oval 24"/>
          <p:cNvSpPr/>
          <p:nvPr/>
        </p:nvSpPr>
        <p:spPr>
          <a:xfrm>
            <a:off x="520700" y="2540000"/>
            <a:ext cx="508000" cy="508000"/>
          </a:xfrm>
          <a:prstGeom prst="ellipse">
            <a:avLst/>
          </a:prstGeom>
          <a:solidFill>
            <a:srgbClr val="FF00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>
                <a:solidFill>
                  <a:srgbClr val="FFFFFF"/>
                </a:solidFill>
                <a:latin typeface="Montserrat Black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31900" y="2514600"/>
            <a:ext cx="41910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700" b="1" lang="ru-RU">
                <a:solidFill>
                  <a:srgbClr val="310F53"/>
                </a:solidFill>
                <a:latin typeface="Montserrat"/>
              </a:rPr>
              <a:t>Часы ручной работы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31900" y="2844800"/>
            <a:ext cx="4191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lang="ru-RU">
                <a:solidFill>
                  <a:srgbClr val="5E5670"/>
                </a:solidFill>
                <a:latin typeface="Montserrat"/>
              </a:rPr>
              <a:t>подобрать макет, подвинуть блоки, перекрасить диаграмму в фирменный цвет</a:t>
            </a:r>
          </a:p>
        </p:txBody>
      </p:sp>
      <p:sp>
        <p:nvSpPr>
          <p:cNvPr id="28" name="Oval 27"/>
          <p:cNvSpPr/>
          <p:nvPr/>
        </p:nvSpPr>
        <p:spPr>
          <a:xfrm>
            <a:off x="520700" y="3784600"/>
            <a:ext cx="508000" cy="508000"/>
          </a:xfrm>
          <a:prstGeom prst="ellipse">
            <a:avLst/>
          </a:prstGeom>
          <a:solidFill>
            <a:srgbClr val="FF00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>
                <a:solidFill>
                  <a:srgbClr val="FFFFFF"/>
                </a:solidFill>
                <a:latin typeface="Montserrat Black"/>
              </a:rP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31900" y="3759200"/>
            <a:ext cx="41910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700" b="1" lang="ru-RU">
                <a:solidFill>
                  <a:srgbClr val="310F53"/>
                </a:solidFill>
                <a:latin typeface="Montserrat"/>
              </a:rPr>
              <a:t>ИИ не держит стиль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31900" y="4089400"/>
            <a:ext cx="4191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lang="ru-RU">
                <a:solidFill>
                  <a:srgbClr val="5E5670"/>
                </a:solidFill>
                <a:latin typeface="Montserrat"/>
              </a:rPr>
              <a:t>модели пишут текст, но ломают шрифты, палитру и сетку компании</a:t>
            </a:r>
          </a:p>
        </p:txBody>
      </p:sp>
      <p:sp>
        <p:nvSpPr>
          <p:cNvPr id="31" name="Oval 30"/>
          <p:cNvSpPr/>
          <p:nvPr/>
        </p:nvSpPr>
        <p:spPr>
          <a:xfrm>
            <a:off x="520700" y="5029200"/>
            <a:ext cx="508000" cy="508000"/>
          </a:xfrm>
          <a:prstGeom prst="ellipse">
            <a:avLst/>
          </a:prstGeom>
          <a:solidFill>
            <a:srgbClr val="FF00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>
                <a:solidFill>
                  <a:srgbClr val="FFFFFF"/>
                </a:solidFill>
                <a:latin typeface="Montserrat Black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31900" y="5003800"/>
            <a:ext cx="41910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700" b="1" lang="ru-RU">
                <a:solidFill>
                  <a:srgbClr val="310F53"/>
                </a:solidFill>
                <a:latin typeface="Montserrat"/>
              </a:rPr>
              <a:t>Шаблон — не инструкция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31900" y="5334000"/>
            <a:ext cx="4191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lang="ru-RU">
                <a:solidFill>
                  <a:srgbClr val="5E5670"/>
                </a:solidFill>
                <a:latin typeface="Montserrat"/>
              </a:rPr>
              <a:t>в реальных шаблонах 95 % фигур — не плейсхолдеры: неясно, как строить слайд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969000" y="1320800"/>
            <a:ext cx="5702300" cy="41656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  <a:effectLst>
            <a:outerShdw blurRad="203200" dist="63500" dir="5400000" algn="t" rotWithShape="0">
              <a:srgbClr val="310F53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 descr="tpl_grid_c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447800"/>
            <a:ext cx="5448300" cy="391160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5969000" y="5638800"/>
            <a:ext cx="5702300" cy="5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 lang="ru-RU">
                <a:solidFill>
                  <a:srgbClr val="5E5670"/>
                </a:solidFill>
                <a:latin typeface="Montserrat"/>
              </a:rPr>
              <a:t>Шаблон VK Tech: 54 слайда-образца — и ни одного правила, как собрать из них новый слайд</a:t>
            </a:r>
          </a:p>
        </p:txBody>
      </p:sp>
    </p:spTree>
    <p:extLst>
      <p:ext uri="{BB962C8B-B14F-4D97-AF65-F5344CB8AC3E}">
        <p14:creationId xmlns:p14="http://schemas.microsoft.com/office/powerpoint/2010/main" val="175098422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кругленный прямоугольник 1">
            <a:extLst>
              <a:ext uri="{FF2B5EF4-FFF2-40B4-BE49-F238E27FC236}">
                <a16:creationId xmlns:a16="http://schemas.microsoft.com/office/drawing/2014/main" id="{FF9BE287-CC84-BD90-E298-4EEA93BE9A7E}"/>
              </a:ext>
            </a:extLst>
          </p:cNvPr>
          <p:cNvSpPr/>
          <p:nvPr/>
        </p:nvSpPr>
        <p:spPr>
          <a:xfrm>
            <a:off x="346075" y="324562"/>
            <a:ext cx="3111828" cy="620919"/>
          </a:xfrm>
          <a:prstGeom prst="roundRect">
            <a:avLst>
              <a:gd name="adj" fmla="val 18706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2EAAB83-DF67-4A10-A863-77C29411763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04600" y="6350000"/>
            <a:ext cx="558800" cy="355600"/>
          </a:xfrm>
        </p:spPr>
        <p:txBody>
          <a:bodyPr/>
          <a:lstStyle/>
          <a:p>
            <a:fld id="{52DCC5B9-D646-4B76-891F-6FF4E74E9CB4}" type="slidenum">
              <a:rPr lang="ru-RU" smtClean="0">
                <a:solidFill>
                  <a:schemeClr val="accent5"/>
                </a:solidFill>
                <a:latin typeface="Montserrat"/>
              </a:rPr>
              <a:pPr/>
              <a:t>19</a:t>
            </a:fld>
            <a:endParaRPr lang="ru-RU" dirty="0">
              <a:solidFill>
                <a:schemeClr val="accent5"/>
              </a:solidFill>
              <a:latin typeface="Montserrat"/>
            </a:endParaRP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3D2D50A4-F98A-4A5D-A666-B99022C8614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38100000" y="-38100000"/>
          </a:xfrm>
          <a:prstGeom prst="roundRect">
            <a:avLst>
              <a:gd name="adj" fmla="val 6127"/>
            </a:avLst>
          </a:prstGeom>
        </p:spPr>
        <p:txBody>
          <a:bodyPr/>
          <a:p/>
        </p:txBody>
      </p:sp>
      <p:sp>
        <p:nvSpPr>
          <p:cNvPr id="4" name="Рисунок 3">
            <a:extLst>
              <a:ext uri="{FF2B5EF4-FFF2-40B4-BE49-F238E27FC236}">
                <a16:creationId xmlns:a16="http://schemas.microsoft.com/office/drawing/2014/main" id="{5D0B644D-D790-48C2-BC35-EDB0C7DDBBE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38100000" y="-38100000"/>
          </a:xfrm>
          <a:prstGeom prst="roundRect">
            <a:avLst>
              <a:gd name="adj" fmla="val 11783"/>
            </a:avLst>
          </a:prstGeom>
        </p:spPr>
        <p:txBody>
          <a:bodyPr/>
          <a:p/>
        </p:txBody>
      </p:sp>
      <p:sp>
        <p:nvSpPr>
          <p:cNvPr id="5" name="Рисунок 4">
            <a:extLst>
              <a:ext uri="{FF2B5EF4-FFF2-40B4-BE49-F238E27FC236}">
                <a16:creationId xmlns:a16="http://schemas.microsoft.com/office/drawing/2014/main" id="{EAAC3104-3761-4B60-BF27-9DB79C34457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-38100000" y="-38100000"/>
          </a:xfrm>
          <a:prstGeom prst="roundRect">
            <a:avLst>
              <a:gd name="adj" fmla="val 7254"/>
            </a:avLst>
          </a:prstGeom>
        </p:spPr>
        <p:txBody>
          <a:bodyPr/>
          <a:p/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3849BF57-EB33-4692-98F6-8A1B9293CD1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-38100000" y="-38100000"/>
          </a:xfrm>
          <a:prstGeom prst="roundRect">
            <a:avLst>
              <a:gd name="adj" fmla="val 10128"/>
            </a:avLst>
          </a:prstGeom>
          <a:solidFill>
            <a:schemeClr val="bg1"/>
          </a:solidFill>
          <a:ln>
            <a:solidFill>
              <a:schemeClr val="accent5"/>
            </a:solidFill>
          </a:ln>
        </p:spPr>
        <p:txBody>
          <a:bodyPr/>
          <a:lstStyle/>
          <a:p/>
        </p:txBody>
      </p:sp>
      <p:sp>
        <p:nvSpPr>
          <p:cNvPr id="10" name="Заголовок 13">
            <a:extLst>
              <a:ext uri="{FF2B5EF4-FFF2-40B4-BE49-F238E27FC236}">
                <a16:creationId xmlns:a16="http://schemas.microsoft.com/office/drawing/2014/main" id="{641DFED5-BDC7-0680-A1A0-F6CEB622BB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9275" y="421226"/>
            <a:ext cx="2705428" cy="376138"/>
          </a:xfrm>
        </p:spPr>
        <p:txBody>
          <a:bodyPr wrap="none">
            <a:noAutofit/>
          </a:bodyPr>
          <a:lstStyle/>
          <a:p>
            <a:r>
              <a:rPr/>
              <a:t>РЕЗУЛЬТАТ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0700" y="1066800"/>
            <a:ext cx="111506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0" lang="ru-RU">
                <a:solidFill>
                  <a:srgbClr val="310F53"/>
                </a:solidFill>
                <a:latin typeface="Montserrat"/>
              </a:rPr>
              <a:t>Один текст × три шаблона VK × три варианта = </a:t>
            </a:r>
            <a:r>
              <a:rPr sz="1500" b="1" lang="ru-RU">
                <a:solidFill>
                  <a:srgbClr val="FF0053"/>
                </a:solidFill>
                <a:latin typeface="Montserrat"/>
              </a:rPr>
              <a:t>9 презентаций</a:t>
            </a:r>
            <a:r>
              <a:rPr sz="1500" b="0" lang="ru-RU">
                <a:solidFill>
                  <a:srgbClr val="310F53"/>
                </a:solidFill>
                <a:latin typeface="Montserrat"/>
              </a:rPr>
              <a:t>, у всех — 100 из 100 по проверке качества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06700" y="1422400"/>
            <a:ext cx="26162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300" b="1" lang="ru-RU">
                <a:solidFill>
                  <a:srgbClr val="520978"/>
                </a:solidFill>
                <a:latin typeface="Montserrat"/>
              </a:rPr>
              <a:t>Структурный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49900" y="1422400"/>
            <a:ext cx="26162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300" b="1" lang="ru-RU">
                <a:solidFill>
                  <a:srgbClr val="520978"/>
                </a:solidFill>
                <a:latin typeface="Montserrat"/>
              </a:rPr>
              <a:t>Визуальный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93100" y="1422400"/>
            <a:ext cx="26162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300" b="1" lang="ru-RU">
                <a:solidFill>
                  <a:srgbClr val="520978"/>
                </a:solidFill>
                <a:latin typeface="Montserrat"/>
              </a:rPr>
              <a:t>Компактный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0300" y="1727200"/>
            <a:ext cx="1524000" cy="147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2000"/>
              </a:lnSpc>
            </a:pPr>
            <a:r>
              <a:rPr sz="1300" b="1" lang="ru-RU">
                <a:solidFill>
                  <a:srgbClr val="310F53"/>
                </a:solidFill>
                <a:latin typeface="Montserrat"/>
              </a:rPr>
              <a:t>VK Tech</a:t>
            </a:r>
          </a:p>
        </p:txBody>
      </p:sp>
      <p:pic>
        <p:nvPicPr>
          <p:cNvPr id="16" name="Picture 15" descr="g_vktech_structured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06700" y="1727200"/>
            <a:ext cx="2616200" cy="1473200"/>
          </a:xfrm>
          <a:prstGeom prst="rect">
            <a:avLst/>
          </a:prstGeom>
          <a:ln w="9525">
            <a:solidFill>
              <a:srgbClr val="D8CDE6"/>
            </a:solidFill>
          </a:ln>
        </p:spPr>
      </p:pic>
      <p:pic>
        <p:nvPicPr>
          <p:cNvPr id="17" name="Picture 16" descr="g_vktech_visual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49900" y="1727200"/>
            <a:ext cx="2616200" cy="1473200"/>
          </a:xfrm>
          <a:prstGeom prst="rect">
            <a:avLst/>
          </a:prstGeom>
          <a:ln w="9525">
            <a:solidFill>
              <a:srgbClr val="D8CDE6"/>
            </a:solidFill>
          </a:ln>
        </p:spPr>
      </p:pic>
      <p:pic>
        <p:nvPicPr>
          <p:cNvPr id="18" name="Picture 17" descr="g_vktech_compact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93100" y="1727200"/>
            <a:ext cx="2616200" cy="1473200"/>
          </a:xfrm>
          <a:prstGeom prst="rect">
            <a:avLst/>
          </a:prstGeom>
          <a:ln w="9525">
            <a:solidFill>
              <a:srgbClr val="D8CDE6"/>
            </a:solidFill>
          </a:ln>
        </p:spPr>
      </p:pic>
      <p:sp>
        <p:nvSpPr>
          <p:cNvPr id="19" name="TextBox 18"/>
          <p:cNvSpPr txBox="1"/>
          <p:nvPr/>
        </p:nvSpPr>
        <p:spPr>
          <a:xfrm>
            <a:off x="1130300" y="3302000"/>
            <a:ext cx="1524000" cy="147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2000"/>
              </a:lnSpc>
            </a:pPr>
            <a:r>
              <a:rPr sz="1300" b="1" lang="ru-RU">
                <a:solidFill>
                  <a:srgbClr val="310F53"/>
                </a:solidFill>
                <a:latin typeface="Montserrat"/>
              </a:rPr>
              <a:t>VK Education</a:t>
            </a:r>
          </a:p>
        </p:txBody>
      </p:sp>
      <p:pic>
        <p:nvPicPr>
          <p:cNvPr id="20" name="Picture 19" descr="g_education_structured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06700" y="3302000"/>
            <a:ext cx="2616200" cy="1473200"/>
          </a:xfrm>
          <a:prstGeom prst="rect">
            <a:avLst/>
          </a:prstGeom>
          <a:ln w="9525">
            <a:solidFill>
              <a:srgbClr val="D8CDE6"/>
            </a:solidFill>
          </a:ln>
        </p:spPr>
      </p:pic>
      <p:pic>
        <p:nvPicPr>
          <p:cNvPr id="21" name="Picture 20" descr="g_education_visual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49900" y="3302000"/>
            <a:ext cx="2616200" cy="1473200"/>
          </a:xfrm>
          <a:prstGeom prst="rect">
            <a:avLst/>
          </a:prstGeom>
          <a:ln w="9525">
            <a:solidFill>
              <a:srgbClr val="D8CDE6"/>
            </a:solidFill>
          </a:ln>
        </p:spPr>
      </p:pic>
      <p:pic>
        <p:nvPicPr>
          <p:cNvPr id="22" name="Picture 21" descr="g_education_compact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93100" y="3302000"/>
            <a:ext cx="2616200" cy="1473200"/>
          </a:xfrm>
          <a:prstGeom prst="rect">
            <a:avLst/>
          </a:prstGeom>
          <a:ln w="9525">
            <a:solidFill>
              <a:srgbClr val="D8CDE6"/>
            </a:solidFill>
          </a:ln>
        </p:spPr>
      </p:pic>
      <p:sp>
        <p:nvSpPr>
          <p:cNvPr id="23" name="TextBox 22"/>
          <p:cNvSpPr txBox="1"/>
          <p:nvPr/>
        </p:nvSpPr>
        <p:spPr>
          <a:xfrm>
            <a:off x="1130300" y="4876800"/>
            <a:ext cx="1524000" cy="147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2000"/>
              </a:lnSpc>
            </a:pPr>
            <a:r>
              <a:rPr sz="1300" b="1" lang="ru-RU">
                <a:solidFill>
                  <a:srgbClr val="310F53"/>
                </a:solidFill>
                <a:latin typeface="Montserrat"/>
              </a:rPr>
              <a:t>VK WorkSpace</a:t>
            </a:r>
          </a:p>
        </p:txBody>
      </p:sp>
      <p:pic>
        <p:nvPicPr>
          <p:cNvPr id="24" name="Picture 23" descr="g_workspace_structured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806700" y="4876800"/>
            <a:ext cx="2616200" cy="1473200"/>
          </a:xfrm>
          <a:prstGeom prst="rect">
            <a:avLst/>
          </a:prstGeom>
          <a:ln w="9525">
            <a:solidFill>
              <a:srgbClr val="D8CDE6"/>
            </a:solidFill>
          </a:ln>
        </p:spPr>
      </p:pic>
      <p:pic>
        <p:nvPicPr>
          <p:cNvPr id="25" name="Picture 24" descr="g_workspace_visual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549900" y="4876800"/>
            <a:ext cx="2616200" cy="1473200"/>
          </a:xfrm>
          <a:prstGeom prst="rect">
            <a:avLst/>
          </a:prstGeom>
          <a:ln w="9525">
            <a:solidFill>
              <a:srgbClr val="D8CDE6"/>
            </a:solidFill>
          </a:ln>
        </p:spPr>
      </p:pic>
      <p:pic>
        <p:nvPicPr>
          <p:cNvPr id="26" name="Picture 25" descr="g_workspace_compact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293100" y="4876800"/>
            <a:ext cx="2616200" cy="1473200"/>
          </a:xfrm>
          <a:prstGeom prst="rect">
            <a:avLst/>
          </a:prstGeom>
          <a:ln w="9525">
            <a:solidFill>
              <a:srgbClr val="D8CDE6"/>
            </a:solidFill>
          </a:ln>
        </p:spPr>
      </p:pic>
    </p:spTree>
    <p:extLst>
      <p:ext uri="{BB962C8B-B14F-4D97-AF65-F5344CB8AC3E}">
        <p14:creationId xmlns:p14="http://schemas.microsoft.com/office/powerpoint/2010/main" val="238426814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кругленный прямоугольник 1">
            <a:extLst>
              <a:ext uri="{FF2B5EF4-FFF2-40B4-BE49-F238E27FC236}">
                <a16:creationId xmlns:a16="http://schemas.microsoft.com/office/drawing/2014/main" id="{E0C4469B-8AAE-7B13-015A-FD424E4F9A97}"/>
              </a:ext>
            </a:extLst>
          </p:cNvPr>
          <p:cNvSpPr/>
          <p:nvPr/>
        </p:nvSpPr>
        <p:spPr>
          <a:xfrm>
            <a:off x="346075" y="324562"/>
            <a:ext cx="3879443" cy="620919"/>
          </a:xfrm>
          <a:prstGeom prst="roundRect">
            <a:avLst>
              <a:gd name="adj" fmla="val 18706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3C3F7DC2-0D9C-407C-98AC-5F3AD231C5C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-38100000" y="-38100000"/>
            <a:ext cx="4734175" cy="4139307"/>
          </a:xfrm>
          <a:noFill/>
          <a:ln>
            <a:noFill/>
          </a:ln>
        </p:spPr>
        <p:txBody>
          <a:bodyPr>
            <a:normAutofit/>
          </a:bodyPr>
          <a:lstStyle/>
          <a:p/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8A2E8600-6DC7-42A4-BAB0-32ECA492CE0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-38100000" y="-38100000"/>
            <a:ext cx="5460470" cy="600112"/>
          </a:xfrm>
          <a:noFill/>
          <a:ln>
            <a:noFill/>
          </a:ln>
        </p:spPr>
        <p:txBody>
          <a:bodyPr/>
          <a:lstStyle/>
          <a:p/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F517FCEF-DEC9-4794-B46E-21961558A7C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-38100000" y="-38100000"/>
            <a:ext cx="5460470" cy="600112"/>
          </a:xfrm>
          <a:noFill/>
          <a:ln>
            <a:noFill/>
          </a:ln>
        </p:spPr>
        <p:txBody>
          <a:bodyPr/>
          <a:lstStyle/>
          <a:p/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236B8339-2490-447D-B543-1CC15487D82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-38100000" y="-38100000"/>
            <a:ext cx="5460470" cy="600112"/>
          </a:xfrm>
          <a:noFill/>
          <a:ln>
            <a:noFill/>
          </a:ln>
        </p:spPr>
        <p:txBody>
          <a:bodyPr/>
          <a:lstStyle/>
          <a:p/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240FC05B-8F07-40FA-BE0D-2235F9DDDAB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-38100000" y="-38100000"/>
            <a:ext cx="5460470" cy="600112"/>
          </a:xfrm>
          <a:noFill/>
          <a:ln>
            <a:noFill/>
          </a:ln>
        </p:spPr>
        <p:txBody>
          <a:bodyPr/>
          <a:lstStyle/>
          <a:p/>
        </p:txBody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id="{D049C016-4655-4C58-B392-FD255E0A768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-38100000" y="-38100000"/>
            <a:ext cx="5460470" cy="600112"/>
          </a:xfrm>
          <a:noFill/>
          <a:ln>
            <a:noFill/>
          </a:ln>
        </p:spPr>
        <p:txBody>
          <a:bodyPr/>
          <a:lstStyle/>
          <a:p/>
        </p:txBody>
      </p:sp>
      <p:sp>
        <p:nvSpPr>
          <p:cNvPr id="10" name="Номер слайда 9">
            <a:extLst>
              <a:ext uri="{FF2B5EF4-FFF2-40B4-BE49-F238E27FC236}">
                <a16:creationId xmlns:a16="http://schemas.microsoft.com/office/drawing/2014/main" id="{366E9534-A66A-4DF6-B8DA-1E6D8E4438FA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404600" y="6350000"/>
            <a:ext cx="558800" cy="355600"/>
          </a:xfrm>
        </p:spPr>
        <p:txBody>
          <a:bodyPr/>
          <a:lstStyle/>
          <a:p>
            <a:fld id="{52DCC5B9-D646-4B76-891F-6FF4E74E9CB4}" type="slidenum">
              <a:rPr lang="ru-RU" smtClean="0">
                <a:solidFill>
                  <a:schemeClr val="accent5"/>
                </a:solidFill>
                <a:latin typeface="Montserrat"/>
              </a:rPr>
              <a:pPr/>
              <a:t>20</a:t>
            </a:fld>
            <a:endParaRPr lang="ru-RU" dirty="0">
              <a:solidFill>
                <a:schemeClr val="accent5"/>
              </a:solidFill>
              <a:latin typeface="Montserrat"/>
            </a:endParaRPr>
          </a:p>
        </p:txBody>
      </p:sp>
      <p:sp>
        <p:nvSpPr>
          <p:cNvPr id="14" name="Заголовок 13">
            <a:extLst>
              <a:ext uri="{FF2B5EF4-FFF2-40B4-BE49-F238E27FC236}">
                <a16:creationId xmlns:a16="http://schemas.microsoft.com/office/drawing/2014/main" id="{B16985B0-3ABD-CE1B-A2A5-B042F5A019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9275" y="421226"/>
            <a:ext cx="3473043" cy="376138"/>
          </a:xfrm>
        </p:spPr>
        <p:txBody>
          <a:bodyPr wrap="none">
            <a:noAutofit/>
          </a:bodyPr>
          <a:lstStyle/>
          <a:p>
            <a:r>
              <a:rPr/>
              <a:t>АРХИТЕКТУРА АУДИТА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20700" y="1193800"/>
            <a:ext cx="5207000" cy="5029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203200" dist="63500" dir="5400000" algn="t" rotWithShape="0">
              <a:srgbClr val="310F53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5500" y="1422400"/>
            <a:ext cx="1524000" cy="889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5400" b="0" lang="ru-RU">
                <a:solidFill>
                  <a:srgbClr val="FF0053"/>
                </a:solidFill>
                <a:latin typeface="Montserrat Black"/>
              </a:rPr>
              <a:t>41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49500" y="1574800"/>
            <a:ext cx="3175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lang="ru-RU">
                <a:solidFill>
                  <a:srgbClr val="310F53"/>
                </a:solidFill>
                <a:latin typeface="Montserrat"/>
              </a:rPr>
              <a:t>детерминированная проверка</a:t>
            </a:r>
          </a:p>
          <a:p>
            <a:pPr algn="l">
              <a:lnSpc>
                <a:spcPct val="115000"/>
              </a:lnSpc>
            </a:pPr>
            <a:r>
              <a:rPr sz="1300" b="0" lang="ru-RU">
                <a:solidFill>
                  <a:srgbClr val="5E5670"/>
                </a:solidFill>
                <a:latin typeface="Montserrat"/>
              </a:rPr>
              <a:t>координаты, размеры, цвета, шрифты, связь с макетами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5500" y="2616200"/>
            <a:ext cx="1524000" cy="889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5400" b="0" lang="ru-RU">
                <a:solidFill>
                  <a:srgbClr val="520978"/>
                </a:solidFill>
                <a:latin typeface="Montserrat Black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49500" y="2768600"/>
            <a:ext cx="3175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lang="ru-RU">
                <a:solidFill>
                  <a:srgbClr val="310F53"/>
                </a:solidFill>
                <a:latin typeface="Montserrat"/>
              </a:rPr>
              <a:t>модельные</a:t>
            </a:r>
          </a:p>
          <a:p>
            <a:pPr algn="l">
              <a:lnSpc>
                <a:spcPct val="115000"/>
              </a:lnSpc>
            </a:pPr>
            <a:r>
              <a:rPr sz="1300" b="0" lang="ru-RU">
                <a:solidFill>
                  <a:srgbClr val="5E5670"/>
                </a:solidFill>
                <a:latin typeface="Montserrat"/>
              </a:rPr>
              <a:t>11 вопросов ТЗ по картинке слайда и связность презентации</a:t>
            </a:r>
          </a:p>
        </p:txBody>
      </p:sp>
      <p:sp>
        <p:nvSpPr>
          <p:cNvPr id="20" name="Oval 19"/>
          <p:cNvSpPr/>
          <p:nvPr/>
        </p:nvSpPr>
        <p:spPr>
          <a:xfrm>
            <a:off x="825500" y="4038600"/>
            <a:ext cx="355600" cy="355600"/>
          </a:xfrm>
          <a:prstGeom prst="ellipse">
            <a:avLst/>
          </a:prstGeom>
          <a:solidFill>
            <a:srgbClr val="FFD6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>
                <a:solidFill>
                  <a:srgbClr val="FF0053"/>
                </a:solidFill>
                <a:latin typeface="Montserrat Black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33500" y="4064000"/>
            <a:ext cx="4191000" cy="55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 lang="ru-RU">
                <a:solidFill>
                  <a:srgbClr val="1C1D22"/>
                </a:solidFill>
                <a:latin typeface="Montserrat"/>
              </a:rPr>
              <a:t>Автоисправление до двух итераций, с откатом, если стало хуже</a:t>
            </a:r>
          </a:p>
        </p:txBody>
      </p:sp>
      <p:sp>
        <p:nvSpPr>
          <p:cNvPr id="22" name="Oval 21"/>
          <p:cNvSpPr/>
          <p:nvPr/>
        </p:nvSpPr>
        <p:spPr>
          <a:xfrm>
            <a:off x="825500" y="4699000"/>
            <a:ext cx="355600" cy="355600"/>
          </a:xfrm>
          <a:prstGeom prst="ellipse">
            <a:avLst/>
          </a:prstGeom>
          <a:solidFill>
            <a:srgbClr val="FFD6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>
                <a:solidFill>
                  <a:srgbClr val="FF0053"/>
                </a:solidFill>
                <a:latin typeface="Montserrat Black"/>
              </a:rP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33500" y="4724400"/>
            <a:ext cx="4191000" cy="55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 lang="ru-RU">
                <a:solidFill>
                  <a:srgbClr val="1C1D22"/>
                </a:solidFill>
                <a:latin typeface="Montserrat"/>
              </a:rPr>
              <a:t>Замечания видны прямо на слайде</a:t>
            </a:r>
          </a:p>
        </p:txBody>
      </p:sp>
      <p:sp>
        <p:nvSpPr>
          <p:cNvPr id="24" name="Oval 23"/>
          <p:cNvSpPr/>
          <p:nvPr/>
        </p:nvSpPr>
        <p:spPr>
          <a:xfrm>
            <a:off x="825500" y="5359400"/>
            <a:ext cx="355600" cy="355600"/>
          </a:xfrm>
          <a:prstGeom prst="ellipse">
            <a:avLst/>
          </a:prstGeom>
          <a:solidFill>
            <a:srgbClr val="FFD6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>
                <a:solidFill>
                  <a:srgbClr val="FF0053"/>
                </a:solidFill>
                <a:latin typeface="Montserrat Black"/>
              </a:rP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33500" y="5384800"/>
            <a:ext cx="4191000" cy="55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 lang="ru-RU">
                <a:solidFill>
                  <a:srgbClr val="1C1D22"/>
                </a:solidFill>
                <a:latin typeface="Montserrat"/>
              </a:rPr>
              <a:t>Исправления — на выбор пользователя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32500" y="1219200"/>
            <a:ext cx="56388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1" lang="ru-RU">
                <a:solidFill>
                  <a:srgbClr val="310F53"/>
                </a:solidFill>
                <a:latin typeface="Montserrat"/>
              </a:rPr>
              <a:t>Проверки по категориям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32500" y="1676400"/>
            <a:ext cx="19050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 lang="ru-RU">
                <a:solidFill>
                  <a:srgbClr val="310F53"/>
                </a:solidFill>
                <a:latin typeface="Montserrat"/>
              </a:rPr>
              <a:t>Целостность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032500" y="2006600"/>
            <a:ext cx="2921000" cy="203200"/>
          </a:xfrm>
          <a:prstGeom prst="roundRect">
            <a:avLst>
              <a:gd name="adj" fmla="val 50000"/>
            </a:avLst>
          </a:prstGeom>
          <a:solidFill>
            <a:srgbClr val="FF00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080500" y="1930400"/>
            <a:ext cx="635000" cy="330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800" b="0" lang="ru-RU">
                <a:solidFill>
                  <a:srgbClr val="310F53"/>
                </a:solidFill>
                <a:latin typeface="Montserrat Black"/>
              </a:rPr>
              <a:t>12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32500" y="2260600"/>
            <a:ext cx="56388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 lang="ru-RU">
                <a:solidFill>
                  <a:srgbClr val="5E5670"/>
                </a:solidFill>
                <a:latin typeface="Montserrat"/>
              </a:rPr>
              <a:t>заглушки, пустые и пропавшие слайды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32500" y="2590800"/>
            <a:ext cx="19050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 lang="ru-RU">
                <a:solidFill>
                  <a:srgbClr val="310F53"/>
                </a:solidFill>
                <a:latin typeface="Montserrat"/>
              </a:rPr>
              <a:t>Вёрстка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032500" y="2921000"/>
            <a:ext cx="2677583" cy="203200"/>
          </a:xfrm>
          <a:prstGeom prst="roundRect">
            <a:avLst>
              <a:gd name="adj" fmla="val 50000"/>
            </a:avLst>
          </a:prstGeom>
          <a:solidFill>
            <a:srgbClr val="FF00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837083" y="2844800"/>
            <a:ext cx="635000" cy="330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800" b="0" lang="ru-RU">
                <a:solidFill>
                  <a:srgbClr val="310F53"/>
                </a:solidFill>
                <a:latin typeface="Montserrat Black"/>
              </a:rPr>
              <a:t>11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032500" y="3175000"/>
            <a:ext cx="56388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 lang="ru-RU">
                <a:solidFill>
                  <a:srgbClr val="5E5670"/>
                </a:solidFill>
                <a:latin typeface="Montserrat"/>
              </a:rPr>
              <a:t>выход за край, наложения, переполнение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032500" y="3505200"/>
            <a:ext cx="19050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 lang="ru-RU">
                <a:solidFill>
                  <a:srgbClr val="310F53"/>
                </a:solidFill>
                <a:latin typeface="Montserrat"/>
              </a:rPr>
              <a:t>Шаблон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032500" y="3835400"/>
            <a:ext cx="1703916" cy="203200"/>
          </a:xfrm>
          <a:prstGeom prst="roundRect">
            <a:avLst>
              <a:gd name="adj" fmla="val 50000"/>
            </a:avLst>
          </a:prstGeom>
          <a:solidFill>
            <a:srgbClr val="FF5C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863416" y="3759200"/>
            <a:ext cx="635000" cy="330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800" b="0" lang="ru-RU">
                <a:solidFill>
                  <a:srgbClr val="310F53"/>
                </a:solidFill>
                <a:latin typeface="Montserrat Black"/>
              </a:rPr>
              <a:t>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032500" y="4089400"/>
            <a:ext cx="56388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 lang="ru-RU">
                <a:solidFill>
                  <a:srgbClr val="5E5670"/>
                </a:solidFill>
                <a:latin typeface="Montserrat"/>
              </a:rPr>
              <a:t>шрифты, кегли, палитра, макет, контраст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032500" y="4419600"/>
            <a:ext cx="19050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 lang="ru-RU">
                <a:solidFill>
                  <a:srgbClr val="310F53"/>
                </a:solidFill>
                <a:latin typeface="Montserrat"/>
              </a:rPr>
              <a:t>Контент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032500" y="4749800"/>
            <a:ext cx="1460500" cy="203200"/>
          </a:xfrm>
          <a:prstGeom prst="roundRect">
            <a:avLst>
              <a:gd name="adj" fmla="val 50000"/>
            </a:avLst>
          </a:prstGeom>
          <a:solidFill>
            <a:srgbClr val="FF5C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620000" y="4673600"/>
            <a:ext cx="635000" cy="330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800" b="0" lang="ru-RU">
                <a:solidFill>
                  <a:srgbClr val="310F53"/>
                </a:solidFill>
                <a:latin typeface="Montserrat Black"/>
              </a:rPr>
              <a:t>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032500" y="5003800"/>
            <a:ext cx="56388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 lang="ru-RU">
                <a:solidFill>
                  <a:srgbClr val="5E5670"/>
                </a:solidFill>
                <a:latin typeface="Montserrat"/>
              </a:rPr>
              <a:t>каждое число сверено с текстом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032500" y="5334000"/>
            <a:ext cx="19050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 lang="ru-RU">
                <a:solidFill>
                  <a:srgbClr val="310F53"/>
                </a:solidFill>
                <a:latin typeface="Montserrat"/>
              </a:rPr>
              <a:t>Плотность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032500" y="5664200"/>
            <a:ext cx="1217083" cy="203200"/>
          </a:xfrm>
          <a:prstGeom prst="roundRect">
            <a:avLst>
              <a:gd name="adj" fmla="val 50000"/>
            </a:avLst>
          </a:prstGeom>
          <a:solidFill>
            <a:srgbClr val="8A83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376583" y="5588000"/>
            <a:ext cx="635000" cy="330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800" b="0" lang="ru-RU">
                <a:solidFill>
                  <a:srgbClr val="310F53"/>
                </a:solidFill>
                <a:latin typeface="Montserrat Black"/>
              </a:rPr>
              <a:t>5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032500" y="5918200"/>
            <a:ext cx="56388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 lang="ru-RU">
                <a:solidFill>
                  <a:srgbClr val="5E5670"/>
                </a:solidFill>
                <a:latin typeface="Montserrat"/>
              </a:rPr>
              <a:t>пункты, таблицы, заполнение</a:t>
            </a:r>
          </a:p>
        </p:txBody>
      </p:sp>
    </p:spTree>
    <p:extLst>
      <p:ext uri="{BB962C8B-B14F-4D97-AF65-F5344CB8AC3E}">
        <p14:creationId xmlns:p14="http://schemas.microsoft.com/office/powerpoint/2010/main" val="106989518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кругленный прямоугольник 1">
            <a:extLst>
              <a:ext uri="{FF2B5EF4-FFF2-40B4-BE49-F238E27FC236}">
                <a16:creationId xmlns:a16="http://schemas.microsoft.com/office/drawing/2014/main" id="{51D59BC6-8004-F870-CECE-1C4FFB06B7FB}"/>
              </a:ext>
            </a:extLst>
          </p:cNvPr>
          <p:cNvSpPr/>
          <p:nvPr/>
        </p:nvSpPr>
        <p:spPr>
          <a:xfrm>
            <a:off x="346075" y="324562"/>
            <a:ext cx="3121253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005B0424-AA26-4EA9-832B-906AB779F2A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04600" y="6350000"/>
            <a:ext cx="558800" cy="355600"/>
          </a:xfrm>
        </p:spPr>
        <p:txBody>
          <a:bodyPr/>
          <a:lstStyle/>
          <a:p>
            <a:fld id="{52DCC5B9-D646-4B76-891F-6FF4E74E9CB4}" type="slidenum">
              <a:rPr lang="ru-RU" smtClean="0">
                <a:latin typeface="Montserrat"/>
              </a:rPr>
              <a:pPr/>
              <a:t>21</a:t>
            </a:fld>
            <a:endParaRPr lang="ru-RU" dirty="0">
              <a:latin typeface="Montserrat"/>
            </a:endParaRP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DE8A120-196C-48DC-AA16-CD22F43B9119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-38100000" y="-38100000"/>
            <a:ext cx="4790314" cy="597810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/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BF5D0CB6-043A-4E83-8D3D-7E7E9E2705E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-38100000" y="-38100000"/>
            <a:ext cx="4790314" cy="779602"/>
          </a:xfrm>
        </p:spPr>
        <p:txBody>
          <a:bodyPr/>
          <a:lstStyle/>
          <a:p/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2456D5B0-F375-49C6-A314-52E6BED10C43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-38100000" y="-38100000"/>
            <a:ext cx="4790314" cy="563519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/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3191D1F3-2ADD-4DEE-A9D0-1FBBB993931C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-38100000" y="-38100000"/>
            <a:ext cx="4790314" cy="869021"/>
          </a:xfrm>
        </p:spPr>
        <p:txBody>
          <a:bodyPr/>
          <a:lstStyle/>
          <a:p/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37602292-3E6F-4E28-8A49-D2719D16F85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-38100000" y="-38100000"/>
            <a:ext cx="4790314" cy="597810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/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AE625499-96AD-46EA-8CE7-5765B615D23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-38100000" y="-38100000"/>
            <a:ext cx="4790314" cy="848014"/>
          </a:xfrm>
        </p:spPr>
        <p:txBody>
          <a:bodyPr/>
          <a:lstStyle/>
          <a:p/>
        </p:txBody>
      </p:sp>
      <p:sp>
        <p:nvSpPr>
          <p:cNvPr id="13" name="Заголовок 13">
            <a:extLst>
              <a:ext uri="{FF2B5EF4-FFF2-40B4-BE49-F238E27FC236}">
                <a16:creationId xmlns:a16="http://schemas.microsoft.com/office/drawing/2014/main" id="{CE48B21B-C4B8-5F03-1C12-E4E9E20357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9275" y="421226"/>
            <a:ext cx="2714853" cy="376138"/>
          </a:xfrm>
        </p:spPr>
        <p:txBody>
          <a:bodyPr wrap="none">
            <a:noAutofit/>
          </a:bodyPr>
          <a:lstStyle/>
          <a:p>
            <a:r>
              <a:rPr/>
              <a:t>ЭФФЕКТИВНОСТЬ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20700" y="1168400"/>
            <a:ext cx="2654300" cy="1422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203200" dist="63500" dir="5400000" algn="t" rotWithShape="0">
              <a:srgbClr val="310F53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23900" y="1346200"/>
            <a:ext cx="2247900" cy="5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600" b="0" lang="ru-RU">
                <a:solidFill>
                  <a:srgbClr val="FF0053"/>
                </a:solidFill>
                <a:latin typeface="Montserrat Black"/>
              </a:rPr>
              <a:t>≤ 3 мин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3900" y="1879600"/>
            <a:ext cx="2247900" cy="63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lang="ru-RU">
                <a:solidFill>
                  <a:srgbClr val="5E5670"/>
                </a:solidFill>
                <a:latin typeface="Montserrat"/>
              </a:rPr>
              <a:t>три варианта на шаблонах VK, лимит — 5 минут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352800" y="1168400"/>
            <a:ext cx="2654300" cy="1422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203200" dist="63500" dir="5400000" algn="t" rotWithShape="0">
              <a:srgbClr val="310F53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56000" y="1346200"/>
            <a:ext cx="2247900" cy="5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600" b="0" lang="ru-RU">
                <a:solidFill>
                  <a:srgbClr val="FF0053"/>
                </a:solidFill>
                <a:latin typeface="Montserrat Black"/>
              </a:rPr>
              <a:t>100 из 100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56000" y="1879600"/>
            <a:ext cx="2247900" cy="63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lang="ru-RU">
                <a:solidFill>
                  <a:srgbClr val="5E5670"/>
                </a:solidFill>
                <a:latin typeface="Montserrat"/>
              </a:rPr>
              <a:t>проверка качества у всех 9 демо-презентаций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84900" y="1168400"/>
            <a:ext cx="2654300" cy="1422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203200" dist="63500" dir="5400000" algn="t" rotWithShape="0">
              <a:srgbClr val="310F53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88100" y="1346200"/>
            <a:ext cx="2247900" cy="5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600" b="0" lang="ru-RU">
                <a:solidFill>
                  <a:srgbClr val="FF0053"/>
                </a:solidFill>
                <a:latin typeface="Montserrat Black"/>
              </a:rPr>
              <a:t>2 035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88100" y="1879600"/>
            <a:ext cx="2247900" cy="63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lang="ru-RU">
                <a:solidFill>
                  <a:srgbClr val="5E5670"/>
                </a:solidFill>
                <a:latin typeface="Montserrat"/>
              </a:rPr>
              <a:t>автотестов; запуск проверяется на Ubuntu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017000" y="1168400"/>
            <a:ext cx="2654300" cy="1422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203200" dist="63500" dir="5400000" algn="t" rotWithShape="0">
              <a:srgbClr val="310F53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20200" y="1346200"/>
            <a:ext cx="2247900" cy="5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600" b="0" lang="ru-RU">
                <a:solidFill>
                  <a:srgbClr val="FF0053"/>
                </a:solidFill>
                <a:latin typeface="Montserrat Black"/>
              </a:rPr>
              <a:t>12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20200" y="1879600"/>
            <a:ext cx="2247900" cy="63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lang="ru-RU">
                <a:solidFill>
                  <a:srgbClr val="5E5670"/>
                </a:solidFill>
                <a:latin typeface="Montserrat"/>
              </a:rPr>
              <a:t>форматов шаблонов: pptx, potx, ppt, odp, thmx…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20700" y="2794000"/>
            <a:ext cx="11150600" cy="34290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  <a:effectLst>
            <a:outerShdw blurRad="203200" dist="63500" dir="5400000" algn="t" rotWithShape="0">
              <a:srgbClr val="310F53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5500" y="2971800"/>
            <a:ext cx="76200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1" lang="ru-RU">
                <a:solidFill>
                  <a:srgbClr val="310F53"/>
                </a:solidFill>
                <a:latin typeface="Montserrat"/>
              </a:rPr>
              <a:t>Время трёх вариантов от нажатия «Создать», секунды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5500" y="3251200"/>
            <a:ext cx="8128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 lang="ru-RU">
                <a:solidFill>
                  <a:srgbClr val="5E5670"/>
                </a:solidFill>
                <a:latin typeface="Montserrat"/>
              </a:rPr>
              <a:t>шаблоны VK — демо-текст на 12 слайдов; незнакомый шаблон — прогон из видео, 10 слайдов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5500" y="3632200"/>
            <a:ext cx="2667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2000"/>
              </a:lnSpc>
            </a:pPr>
            <a:r>
              <a:rPr sz="1300" b="0" lang="ru-RU">
                <a:solidFill>
                  <a:srgbClr val="1C1D22"/>
                </a:solidFill>
                <a:latin typeface="Montserrat"/>
              </a:rPr>
              <a:t>VK Tech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619500" y="3683000"/>
            <a:ext cx="2678853" cy="254000"/>
          </a:xfrm>
          <a:prstGeom prst="roundRect">
            <a:avLst>
              <a:gd name="adj" fmla="val 50000"/>
            </a:avLst>
          </a:prstGeom>
          <a:solidFill>
            <a:srgbClr val="FF00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25353" y="3632200"/>
            <a:ext cx="1016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0" lang="ru-RU">
                <a:solidFill>
                  <a:srgbClr val="310F53"/>
                </a:solidFill>
                <a:latin typeface="Montserrat Black"/>
              </a:rPr>
              <a:t>113 с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5500" y="4203700"/>
            <a:ext cx="2667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2000"/>
              </a:lnSpc>
            </a:pPr>
            <a:r>
              <a:rPr sz="1300" b="0" lang="ru-RU">
                <a:solidFill>
                  <a:srgbClr val="1C1D22"/>
                </a:solidFill>
                <a:latin typeface="Montserrat"/>
              </a:rPr>
              <a:t>VK Education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619500" y="4254500"/>
            <a:ext cx="3437466" cy="254000"/>
          </a:xfrm>
          <a:prstGeom prst="roundRect">
            <a:avLst>
              <a:gd name="adj" fmla="val 50000"/>
            </a:avLst>
          </a:prstGeom>
          <a:solidFill>
            <a:srgbClr val="FF00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183966" y="4203700"/>
            <a:ext cx="1016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0" lang="ru-RU">
                <a:solidFill>
                  <a:srgbClr val="310F53"/>
                </a:solidFill>
                <a:latin typeface="Montserrat Black"/>
              </a:rPr>
              <a:t>145 с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5500" y="4775200"/>
            <a:ext cx="2667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2000"/>
              </a:lnSpc>
            </a:pPr>
            <a:r>
              <a:rPr sz="1300" b="0" lang="ru-RU">
                <a:solidFill>
                  <a:srgbClr val="1C1D22"/>
                </a:solidFill>
                <a:latin typeface="Montserrat"/>
              </a:rPr>
              <a:t>VK WorkSpace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619500" y="4826000"/>
            <a:ext cx="4148666" cy="254000"/>
          </a:xfrm>
          <a:prstGeom prst="roundRect">
            <a:avLst>
              <a:gd name="adj" fmla="val 50000"/>
            </a:avLst>
          </a:prstGeom>
          <a:solidFill>
            <a:srgbClr val="FF00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895166" y="4775200"/>
            <a:ext cx="1016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0" lang="ru-RU">
                <a:solidFill>
                  <a:srgbClr val="310F53"/>
                </a:solidFill>
                <a:latin typeface="Montserrat Black"/>
              </a:rPr>
              <a:t>175 с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5500" y="5346700"/>
            <a:ext cx="2667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2000"/>
              </a:lnSpc>
            </a:pPr>
            <a:r>
              <a:rPr sz="1300" b="1" lang="ru-RU">
                <a:solidFill>
                  <a:srgbClr val="1C1D22"/>
                </a:solidFill>
                <a:latin typeface="Montserrat"/>
              </a:rPr>
              <a:t>Незнакомый шаблон (видео)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619500" y="5397500"/>
            <a:ext cx="1706880" cy="254000"/>
          </a:xfrm>
          <a:prstGeom prst="roundRect">
            <a:avLst>
              <a:gd name="adj" fmla="val 50000"/>
            </a:avLst>
          </a:prstGeom>
          <a:solidFill>
            <a:srgbClr val="8A83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453380" y="5346700"/>
            <a:ext cx="1016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0" lang="ru-RU">
                <a:solidFill>
                  <a:srgbClr val="310F53"/>
                </a:solidFill>
                <a:latin typeface="Montserrat Black"/>
              </a:rPr>
              <a:t>72 с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10731500" y="3403600"/>
            <a:ext cx="0" cy="2590800"/>
          </a:xfrm>
          <a:prstGeom prst="line">
            <a:avLst/>
          </a:prstGeom>
          <a:ln w="19050">
            <a:solidFill>
              <a:srgbClr val="52097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7937500" y="3009900"/>
            <a:ext cx="2717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150" b="1" lang="ru-RU">
                <a:solidFill>
                  <a:srgbClr val="520978"/>
                </a:solidFill>
                <a:latin typeface="Montserrat"/>
              </a:rPr>
              <a:t>лимит — 300 с, 5 минут</a:t>
            </a:r>
          </a:p>
        </p:txBody>
      </p:sp>
    </p:spTree>
    <p:extLst>
      <p:ext uri="{BB962C8B-B14F-4D97-AF65-F5344CB8AC3E}">
        <p14:creationId xmlns:p14="http://schemas.microsoft.com/office/powerpoint/2010/main" val="131323139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кругленный прямоугольник 1">
            <a:extLst>
              <a:ext uri="{FF2B5EF4-FFF2-40B4-BE49-F238E27FC236}">
                <a16:creationId xmlns:a16="http://schemas.microsoft.com/office/drawing/2014/main" id="{389C504C-C673-685A-ED35-3E688A842675}"/>
              </a:ext>
            </a:extLst>
          </p:cNvPr>
          <p:cNvSpPr/>
          <p:nvPr/>
        </p:nvSpPr>
        <p:spPr>
          <a:xfrm>
            <a:off x="346075" y="324562"/>
            <a:ext cx="3111828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11" name="Номер слайда 10">
            <a:extLst>
              <a:ext uri="{FF2B5EF4-FFF2-40B4-BE49-F238E27FC236}">
                <a16:creationId xmlns:a16="http://schemas.microsoft.com/office/drawing/2014/main" id="{2D779828-50AA-424E-9D75-E4AA39DF206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04600" y="6350000"/>
            <a:ext cx="558800" cy="355600"/>
          </a:xfrm>
        </p:spPr>
        <p:txBody>
          <a:bodyPr/>
          <a:lstStyle/>
          <a:p>
            <a:fld id="{52DCC5B9-D646-4B76-891F-6FF4E74E9CB4}" type="slidenum">
              <a:rPr lang="ru-RU" smtClean="0">
                <a:solidFill>
                  <a:schemeClr val="accent5"/>
                </a:solidFill>
                <a:latin typeface="Montserrat"/>
              </a:rPr>
              <a:pPr/>
              <a:t>22</a:t>
            </a:fld>
            <a:endParaRPr lang="ru-RU" dirty="0">
              <a:solidFill>
                <a:schemeClr val="accent5"/>
              </a:solidFill>
              <a:latin typeface="Montserrat"/>
            </a:endParaRP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80582B6-28AC-45F4-BD2D-467E652DBD37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-38100000" y="-38100000"/>
            <a:ext cx="4790314" cy="1021701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/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AF82DF7C-A3AD-43CF-A10D-0B36529054B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-38100000" y="-38100000"/>
            <a:ext cx="4790314" cy="642164"/>
          </a:xfrm>
        </p:spPr>
        <p:txBody>
          <a:bodyPr/>
          <a:lstStyle/>
          <a:p/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7958F12B-018B-418A-A49D-1D36B842AE9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-38100000" y="-38100000"/>
            <a:ext cx="4790314" cy="1021701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/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57CEBFD9-BA50-4FE2-AEDF-186C2F4D3DAC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-38100000" y="-38100000"/>
            <a:ext cx="4790314" cy="642164"/>
          </a:xfrm>
        </p:spPr>
        <p:txBody>
          <a:bodyPr/>
          <a:lstStyle/>
          <a:p/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932AF062-A059-495E-BB70-46D2DA99A1FB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-38100000" y="-38100000"/>
            <a:ext cx="4790314" cy="1021701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/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62FC86C2-74E3-4069-A985-340E87E70FC1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-38100000" y="-38100000"/>
            <a:ext cx="4790314" cy="642164"/>
          </a:xfrm>
        </p:spPr>
        <p:txBody>
          <a:bodyPr/>
          <a:lstStyle/>
          <a:p/>
        </p:txBody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id="{1D835328-9C3F-4BAA-A363-BCF05AE9CAA1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-38100000" y="-38100000"/>
            <a:ext cx="4790314" cy="1021701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/>
        </p:txBody>
      </p:sp>
      <p:sp>
        <p:nvSpPr>
          <p:cNvPr id="10" name="Текст 9">
            <a:extLst>
              <a:ext uri="{FF2B5EF4-FFF2-40B4-BE49-F238E27FC236}">
                <a16:creationId xmlns:a16="http://schemas.microsoft.com/office/drawing/2014/main" id="{EF3516B2-5C9F-4B2E-B489-4C7C76EB80F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-38100000" y="-38100000"/>
            <a:ext cx="4790314" cy="642164"/>
          </a:xfrm>
        </p:spPr>
        <p:txBody>
          <a:bodyPr/>
          <a:lstStyle/>
          <a:p/>
        </p:txBody>
      </p:sp>
      <p:sp>
        <p:nvSpPr>
          <p:cNvPr id="15" name="Заголовок 13">
            <a:extLst>
              <a:ext uri="{FF2B5EF4-FFF2-40B4-BE49-F238E27FC236}">
                <a16:creationId xmlns:a16="http://schemas.microsoft.com/office/drawing/2014/main" id="{9CDF69C9-489B-D478-1908-E63FA3502B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9275" y="421226"/>
            <a:ext cx="2705428" cy="376138"/>
          </a:xfrm>
        </p:spPr>
        <p:txBody>
          <a:bodyPr wrap="none">
            <a:noAutofit/>
          </a:bodyPr>
          <a:lstStyle/>
          <a:p>
            <a:r>
              <a:rPr/>
              <a:t>ВЫВОДЫ</a:t>
            </a:r>
          </a:p>
        </p:txBody>
      </p:sp>
      <p:sp>
        <p:nvSpPr>
          <p:cNvPr id="16" name="Oval 15"/>
          <p:cNvSpPr/>
          <p:nvPr/>
        </p:nvSpPr>
        <p:spPr>
          <a:xfrm>
            <a:off x="520700" y="1244600"/>
            <a:ext cx="482600" cy="482600"/>
          </a:xfrm>
          <a:prstGeom prst="ellipse">
            <a:avLst/>
          </a:prstGeom>
          <a:solidFill>
            <a:srgbClr val="FF00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>
                <a:solidFill>
                  <a:srgbClr val="FFFFFF"/>
                </a:solidFill>
                <a:latin typeface="Montserrat Black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06500" y="1219200"/>
            <a:ext cx="4318000" cy="330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700" b="1" lang="ru-RU">
                <a:solidFill>
                  <a:srgbClr val="310F53"/>
                </a:solidFill>
                <a:latin typeface="Montserrat"/>
              </a:rPr>
              <a:t>Любой шаблон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06500" y="1562100"/>
            <a:ext cx="4318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lang="ru-RU">
                <a:solidFill>
                  <a:srgbClr val="5E5670"/>
                </a:solidFill>
                <a:latin typeface="Montserrat"/>
              </a:rPr>
              <a:t>87 чужих шаблонов в регрессионном корпусе, средняя оценка 99</a:t>
            </a:r>
          </a:p>
        </p:txBody>
      </p:sp>
      <p:sp>
        <p:nvSpPr>
          <p:cNvPr id="19" name="Oval 18"/>
          <p:cNvSpPr/>
          <p:nvPr/>
        </p:nvSpPr>
        <p:spPr>
          <a:xfrm>
            <a:off x="520700" y="2489200"/>
            <a:ext cx="482600" cy="482600"/>
          </a:xfrm>
          <a:prstGeom prst="ellipse">
            <a:avLst/>
          </a:prstGeom>
          <a:solidFill>
            <a:srgbClr val="FF00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>
                <a:solidFill>
                  <a:srgbClr val="FFFFFF"/>
                </a:solidFill>
                <a:latin typeface="Montserrat Black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06500" y="2463800"/>
            <a:ext cx="4318000" cy="330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700" b="1" lang="ru-RU">
                <a:solidFill>
                  <a:srgbClr val="310F53"/>
                </a:solidFill>
                <a:latin typeface="Montserrat"/>
              </a:rPr>
              <a:t>Ни одного выдуманного числа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06500" y="2806700"/>
            <a:ext cx="4318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lang="ru-RU">
                <a:solidFill>
                  <a:srgbClr val="5E5670"/>
                </a:solidFill>
                <a:latin typeface="Montserrat"/>
              </a:rPr>
              <a:t>каждое число сверено с текстом до и после вёрстки</a:t>
            </a:r>
          </a:p>
        </p:txBody>
      </p:sp>
      <p:sp>
        <p:nvSpPr>
          <p:cNvPr id="22" name="Oval 21"/>
          <p:cNvSpPr/>
          <p:nvPr/>
        </p:nvSpPr>
        <p:spPr>
          <a:xfrm>
            <a:off x="520700" y="3733800"/>
            <a:ext cx="482600" cy="482600"/>
          </a:xfrm>
          <a:prstGeom prst="ellipse">
            <a:avLst/>
          </a:prstGeom>
          <a:solidFill>
            <a:srgbClr val="FF00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>
                <a:solidFill>
                  <a:srgbClr val="FFFFFF"/>
                </a:solidFill>
                <a:latin typeface="Montserrat Black"/>
              </a:rP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06500" y="3708400"/>
            <a:ext cx="4318000" cy="330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700" b="1" lang="ru-RU">
                <a:solidFill>
                  <a:srgbClr val="310F53"/>
                </a:solidFill>
                <a:latin typeface="Montserrat"/>
              </a:rPr>
              <a:t>Быстро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06500" y="4051300"/>
            <a:ext cx="4318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lang="ru-RU">
                <a:solidFill>
                  <a:srgbClr val="5E5670"/>
                </a:solidFill>
                <a:latin typeface="Montserrat"/>
              </a:rPr>
              <a:t>три варианта меньше чем за 3 минуты при лимите 5 минут</a:t>
            </a:r>
          </a:p>
        </p:txBody>
      </p:sp>
      <p:sp>
        <p:nvSpPr>
          <p:cNvPr id="25" name="Oval 24"/>
          <p:cNvSpPr/>
          <p:nvPr/>
        </p:nvSpPr>
        <p:spPr>
          <a:xfrm>
            <a:off x="520700" y="4978400"/>
            <a:ext cx="482600" cy="482600"/>
          </a:xfrm>
          <a:prstGeom prst="ellipse">
            <a:avLst/>
          </a:prstGeom>
          <a:solidFill>
            <a:srgbClr val="FF00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>
                <a:solidFill>
                  <a:srgbClr val="FFFFFF"/>
                </a:solidFill>
                <a:latin typeface="Montserrat Black"/>
              </a:rPr>
              <a:t>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06500" y="4953000"/>
            <a:ext cx="4318000" cy="330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700" b="1" lang="ru-RU">
                <a:solidFill>
                  <a:srgbClr val="310F53"/>
                </a:solidFill>
                <a:latin typeface="Montserrat"/>
              </a:rPr>
              <a:t>Проверено и прозрачно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06500" y="5295900"/>
            <a:ext cx="4318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lang="ru-RU">
                <a:solidFill>
                  <a:srgbClr val="5E5670"/>
                </a:solidFill>
                <a:latin typeface="Montserrat"/>
              </a:rPr>
              <a:t>41 + 2 проверки, «Почему так» для каждого слайда, 2 035 автотестов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969000" y="1625600"/>
            <a:ext cx="5702300" cy="37719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  <a:effectLst>
            <a:outerShdw blurRad="203200" dist="63500" dir="5400000" algn="t" rotWithShape="0">
              <a:srgbClr val="310F53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third_c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1752600"/>
            <a:ext cx="5448300" cy="35179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5969000" y="5549900"/>
            <a:ext cx="57023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100" b="0" lang="ru-RU">
                <a:solidFill>
                  <a:srgbClr val="5E5670"/>
                </a:solidFill>
                <a:latin typeface="Montserrat"/>
              </a:rPr>
              <a:t>Один план в чужих шаблонах: таблица, место под фото, два графика</a:t>
            </a:r>
          </a:p>
        </p:txBody>
      </p:sp>
    </p:spTree>
    <p:extLst>
      <p:ext uri="{BB962C8B-B14F-4D97-AF65-F5344CB8AC3E}">
        <p14:creationId xmlns:p14="http://schemas.microsoft.com/office/powerpoint/2010/main" val="119978626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кругленный прямоугольник 1">
            <a:extLst>
              <a:ext uri="{FF2B5EF4-FFF2-40B4-BE49-F238E27FC236}">
                <a16:creationId xmlns:a16="http://schemas.microsoft.com/office/drawing/2014/main" id="{12249E38-27BC-716B-8376-E2B93F7803E0}"/>
              </a:ext>
            </a:extLst>
          </p:cNvPr>
          <p:cNvSpPr/>
          <p:nvPr/>
        </p:nvSpPr>
        <p:spPr>
          <a:xfrm>
            <a:off x="346075" y="324562"/>
            <a:ext cx="3111828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11" name="Номер слайда 10">
            <a:extLst>
              <a:ext uri="{FF2B5EF4-FFF2-40B4-BE49-F238E27FC236}">
                <a16:creationId xmlns:a16="http://schemas.microsoft.com/office/drawing/2014/main" id="{AB396A20-E834-48C0-B127-BCCEF2C85CE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04600" y="6350000"/>
            <a:ext cx="558800" cy="355600"/>
          </a:xfrm>
        </p:spPr>
        <p:txBody>
          <a:bodyPr/>
          <a:lstStyle/>
          <a:p>
            <a:fld id="{52DCC5B9-D646-4B76-891F-6FF4E74E9CB4}" type="slidenum">
              <a:rPr lang="ru-RU" smtClean="0">
                <a:solidFill>
                  <a:schemeClr val="accent6"/>
                </a:solidFill>
                <a:latin typeface="Montserrat"/>
              </a:rPr>
              <a:pPr/>
              <a:t>23</a:t>
            </a:fld>
            <a:endParaRPr lang="ru-RU" dirty="0">
              <a:solidFill>
                <a:schemeClr val="accent6"/>
              </a:solidFill>
              <a:latin typeface="Montserrat"/>
            </a:endParaRP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0F59E30-6C4D-4948-8568-60CCBD502C1A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-38100000" y="-38100000"/>
            <a:ext cx="4790314" cy="1021701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/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A19FC576-ABC9-4CC9-AEBC-4DFDC5F89D3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-38100000" y="-38100000"/>
            <a:ext cx="4790314" cy="642164"/>
          </a:xfrm>
        </p:spPr>
        <p:txBody>
          <a:bodyPr/>
          <a:lstStyle/>
          <a:p/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ADC7C612-3BCE-42A9-9328-FAC2A54EE84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-38100000" y="-38100000"/>
            <a:ext cx="4790314" cy="1021701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/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62900818-7069-4552-BD02-336072AA45BC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-38100000" y="-38100000"/>
            <a:ext cx="4790314" cy="642164"/>
          </a:xfrm>
        </p:spPr>
        <p:txBody>
          <a:bodyPr/>
          <a:lstStyle/>
          <a:p/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93AC9A94-F4B7-4F3F-B688-8CF92AA1EB9C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-38100000" y="-38100000"/>
            <a:ext cx="4790314" cy="1021701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/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0BBBB562-D7FE-4795-A702-7954DF2FFA1B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-38100000" y="-38100000"/>
            <a:ext cx="4790314" cy="642164"/>
          </a:xfrm>
        </p:spPr>
        <p:txBody>
          <a:bodyPr/>
          <a:lstStyle/>
          <a:p/>
        </p:txBody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id="{2AFC1158-120D-4CE1-AFB1-4C61CA6A3668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-38100000" y="-38100000"/>
            <a:ext cx="4790314" cy="1021701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/>
        </p:txBody>
      </p:sp>
      <p:sp>
        <p:nvSpPr>
          <p:cNvPr id="10" name="Текст 9">
            <a:extLst>
              <a:ext uri="{FF2B5EF4-FFF2-40B4-BE49-F238E27FC236}">
                <a16:creationId xmlns:a16="http://schemas.microsoft.com/office/drawing/2014/main" id="{C6FB8C27-CC1E-4515-8198-911B043ED400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-38100000" y="-38100000"/>
            <a:ext cx="4790314" cy="642164"/>
          </a:xfrm>
        </p:spPr>
        <p:txBody>
          <a:bodyPr/>
          <a:lstStyle/>
          <a:p/>
        </p:txBody>
      </p:sp>
      <p:sp>
        <p:nvSpPr>
          <p:cNvPr id="14" name="Заголовок 13">
            <a:extLst>
              <a:ext uri="{FF2B5EF4-FFF2-40B4-BE49-F238E27FC236}">
                <a16:creationId xmlns:a16="http://schemas.microsoft.com/office/drawing/2014/main" id="{3953042C-EDBB-6E9B-218F-E6200FAA91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9275" y="421226"/>
            <a:ext cx="2705428" cy="376138"/>
          </a:xfrm>
        </p:spPr>
        <p:txBody>
          <a:bodyPr wrap="none">
            <a:noAutofit/>
          </a:bodyPr>
          <a:lstStyle/>
          <a:p>
            <a:r>
              <a:rPr/>
              <a:t>ПЛАНЫ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0700" y="1193800"/>
            <a:ext cx="11150600" cy="889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lang="ru-RU">
                <a:solidFill>
                  <a:srgbClr val="310F53"/>
                </a:solidFill>
                <a:latin typeface="Montserrat Black"/>
              </a:rPr>
              <a:t>Дальше — пилот на инфраструктуре VK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562100" y="2971800"/>
            <a:ext cx="9067800" cy="0"/>
          </a:xfrm>
          <a:prstGeom prst="line">
            <a:avLst/>
          </a:prstGeom>
          <a:ln w="31750">
            <a:solidFill>
              <a:srgbClr val="8A83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1257300" y="2667000"/>
            <a:ext cx="609600" cy="609600"/>
          </a:xfrm>
          <a:prstGeom prst="ellipse">
            <a:avLst/>
          </a:prstGeom>
          <a:solidFill>
            <a:srgbClr val="FF00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>
                <a:solidFill>
                  <a:srgbClr val="FFFFFF"/>
                </a:solidFill>
                <a:latin typeface="Montserrat Black"/>
              </a:rPr>
              <a:t>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20700" y="3606800"/>
            <a:ext cx="2082800" cy="2235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203200" dist="63500" dir="5400000" algn="t" rotWithShape="0">
              <a:srgbClr val="310F53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8500" y="3911600"/>
            <a:ext cx="1727200" cy="63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 lang="ru-RU">
                <a:solidFill>
                  <a:srgbClr val="310F53"/>
                </a:solidFill>
                <a:latin typeface="Montserrat"/>
              </a:rPr>
              <a:t>Инференс VK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8500" y="4648200"/>
            <a:ext cx="17272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0" lang="ru-RU">
                <a:solidFill>
                  <a:srgbClr val="5E5670"/>
                </a:solidFill>
                <a:latin typeface="Montserrat"/>
              </a:rPr>
              <a:t>Qwen3.8-27B, конфигурация готова</a:t>
            </a:r>
          </a:p>
        </p:txBody>
      </p:sp>
      <p:sp>
        <p:nvSpPr>
          <p:cNvPr id="21" name="Oval 20"/>
          <p:cNvSpPr/>
          <p:nvPr/>
        </p:nvSpPr>
        <p:spPr>
          <a:xfrm>
            <a:off x="3524250" y="2667000"/>
            <a:ext cx="609600" cy="609600"/>
          </a:xfrm>
          <a:prstGeom prst="ellipse">
            <a:avLst/>
          </a:prstGeom>
          <a:solidFill>
            <a:srgbClr val="FF00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>
                <a:solidFill>
                  <a:srgbClr val="FFFFFF"/>
                </a:solidFill>
                <a:latin typeface="Montserrat Black"/>
              </a:rPr>
              <a:t>2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787650" y="3606800"/>
            <a:ext cx="2082800" cy="2235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203200" dist="63500" dir="5400000" algn="t" rotWithShape="0">
              <a:srgbClr val="310F53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965450" y="3911600"/>
            <a:ext cx="1727200" cy="63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 lang="ru-RU">
                <a:solidFill>
                  <a:srgbClr val="310F53"/>
                </a:solidFill>
                <a:latin typeface="Montserrat"/>
              </a:rPr>
              <a:t>Изображения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65450" y="4648200"/>
            <a:ext cx="17272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0" lang="ru-RU">
                <a:solidFill>
                  <a:srgbClr val="5E5670"/>
                </a:solidFill>
                <a:latin typeface="Montserrat"/>
              </a:rPr>
              <a:t>генерация внутри слайдов — задача со звёздочкой</a:t>
            </a:r>
          </a:p>
        </p:txBody>
      </p:sp>
      <p:sp>
        <p:nvSpPr>
          <p:cNvPr id="25" name="Oval 24"/>
          <p:cNvSpPr/>
          <p:nvPr/>
        </p:nvSpPr>
        <p:spPr>
          <a:xfrm>
            <a:off x="5791200" y="2667000"/>
            <a:ext cx="609600" cy="609600"/>
          </a:xfrm>
          <a:prstGeom prst="ellipse">
            <a:avLst/>
          </a:prstGeom>
          <a:solidFill>
            <a:srgbClr val="FF00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>
                <a:solidFill>
                  <a:srgbClr val="FFFFFF"/>
                </a:solidFill>
                <a:latin typeface="Montserrat Black"/>
              </a:rPr>
              <a:t>3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54600" y="3606800"/>
            <a:ext cx="2082800" cy="2235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203200" dist="63500" dir="5400000" algn="t" rotWithShape="0">
              <a:srgbClr val="310F53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232400" y="3911600"/>
            <a:ext cx="1727200" cy="63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 lang="ru-RU">
                <a:solidFill>
                  <a:srgbClr val="310F53"/>
                </a:solidFill>
                <a:latin typeface="Montserrat"/>
              </a:rPr>
              <a:t>Готовые презентации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32400" y="4648200"/>
            <a:ext cx="17272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0" lang="ru-RU">
                <a:solidFill>
                  <a:srgbClr val="5E5670"/>
                </a:solidFill>
                <a:latin typeface="Montserrat"/>
              </a:rPr>
              <a:t>проверка и улучшение по правилам шаблона</a:t>
            </a:r>
          </a:p>
        </p:txBody>
      </p:sp>
      <p:sp>
        <p:nvSpPr>
          <p:cNvPr id="29" name="Oval 28"/>
          <p:cNvSpPr/>
          <p:nvPr/>
        </p:nvSpPr>
        <p:spPr>
          <a:xfrm>
            <a:off x="8058150" y="2667000"/>
            <a:ext cx="609600" cy="609600"/>
          </a:xfrm>
          <a:prstGeom prst="ellipse">
            <a:avLst/>
          </a:prstGeom>
          <a:solidFill>
            <a:srgbClr val="FF00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>
                <a:solidFill>
                  <a:srgbClr val="FFFFFF"/>
                </a:solidFill>
                <a:latin typeface="Montserrat Black"/>
              </a:rPr>
              <a:t>4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321550" y="3606800"/>
            <a:ext cx="2082800" cy="2235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203200" dist="63500" dir="5400000" algn="t" rotWithShape="0">
              <a:srgbClr val="310F53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499350" y="3911600"/>
            <a:ext cx="1727200" cy="63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 lang="ru-RU">
                <a:solidFill>
                  <a:srgbClr val="310F53"/>
                </a:solidFill>
                <a:latin typeface="Montserrat"/>
              </a:rPr>
              <a:t>Пилот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99350" y="4648200"/>
            <a:ext cx="17272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0" lang="ru-RU">
                <a:solidFill>
                  <a:srgbClr val="5E5670"/>
                </a:solidFill>
                <a:latin typeface="Montserrat"/>
              </a:rPr>
              <a:t>шаблоны и сценарии VK Tech</a:t>
            </a:r>
          </a:p>
        </p:txBody>
      </p:sp>
      <p:sp>
        <p:nvSpPr>
          <p:cNvPr id="33" name="Oval 32"/>
          <p:cNvSpPr/>
          <p:nvPr/>
        </p:nvSpPr>
        <p:spPr>
          <a:xfrm>
            <a:off x="10325100" y="2667000"/>
            <a:ext cx="609600" cy="609600"/>
          </a:xfrm>
          <a:prstGeom prst="ellipse">
            <a:avLst/>
          </a:prstGeom>
          <a:solidFill>
            <a:srgbClr val="FF00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>
                <a:solidFill>
                  <a:srgbClr val="FFFFFF"/>
                </a:solidFill>
                <a:latin typeface="Montserrat Black"/>
              </a:rPr>
              <a:t>5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588500" y="3606800"/>
            <a:ext cx="2082800" cy="2235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203200" dist="63500" dir="5400000" algn="t" rotWithShape="0">
              <a:srgbClr val="310F53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766300" y="3911600"/>
            <a:ext cx="1727200" cy="63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 lang="ru-RU">
                <a:solidFill>
                  <a:srgbClr val="310F53"/>
                </a:solidFill>
                <a:latin typeface="Montserrat"/>
              </a:rPr>
              <a:t>Интеграции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766300" y="4648200"/>
            <a:ext cx="17272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0" lang="ru-RU">
                <a:solidFill>
                  <a:srgbClr val="5E5670"/>
                </a:solidFill>
                <a:latin typeface="Montserrat"/>
              </a:rPr>
              <a:t>API для корпоративных систем</a:t>
            </a:r>
          </a:p>
        </p:txBody>
      </p:sp>
    </p:spTree>
    <p:extLst>
      <p:ext uri="{BB962C8B-B14F-4D97-AF65-F5344CB8AC3E}">
        <p14:creationId xmlns:p14="http://schemas.microsoft.com/office/powerpoint/2010/main" val="29206489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кругленный прямоугольник 1">
            <a:extLst>
              <a:ext uri="{FF2B5EF4-FFF2-40B4-BE49-F238E27FC236}">
                <a16:creationId xmlns:a16="http://schemas.microsoft.com/office/drawing/2014/main" id="{836BC072-4CEB-1CD2-52FE-02A6094518FB}"/>
              </a:ext>
            </a:extLst>
          </p:cNvPr>
          <p:cNvSpPr/>
          <p:nvPr/>
        </p:nvSpPr>
        <p:spPr>
          <a:xfrm>
            <a:off x="346075" y="324562"/>
            <a:ext cx="3111828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0C532ED-B059-4872-93FE-25291054D3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04600" y="6350000"/>
            <a:ext cx="558800" cy="355600"/>
          </a:xfrm>
        </p:spPr>
        <p:txBody>
          <a:bodyPr/>
          <a:lstStyle/>
          <a:p>
            <a:fld id="{52DCC5B9-D646-4B76-891F-6FF4E74E9CB4}" type="slidenum">
              <a:rPr lang="ru-RU" smtClean="0">
                <a:solidFill>
                  <a:srgbClr val="FFFFFF"/>
                </a:solidFill>
                <a:latin typeface="Montserrat"/>
              </a:rPr>
              <a:pPr/>
              <a:t>24</a:t>
            </a:fld>
            <a:endParaRPr lang="ru-RU" dirty="0">
              <a:solidFill>
                <a:srgbClr val="FFFFFF"/>
              </a:solidFill>
              <a:latin typeface="Montserrat"/>
            </a:endParaRP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08DB357-2788-42D4-93E8-1AB12DB2EE48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-38100000" y="-38100000"/>
            <a:ext cx="3264113" cy="2375115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/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36869BDE-34CE-47D5-B162-82211244B70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-38100000" y="-38100000"/>
            <a:ext cx="3264113" cy="2375115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/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3BF91A14-DF82-4BD9-95C1-96973CFF3F64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-38100000" y="-38100000"/>
            <a:ext cx="3264113" cy="2375115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/>
        </p:txBody>
      </p:sp>
      <p:sp>
        <p:nvSpPr>
          <p:cNvPr id="9" name="Заголовок 13">
            <a:extLst>
              <a:ext uri="{FF2B5EF4-FFF2-40B4-BE49-F238E27FC236}">
                <a16:creationId xmlns:a16="http://schemas.microsoft.com/office/drawing/2014/main" id="{32DE2C53-BA9C-FC6C-F0C8-C020E4D2EA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9275" y="421226"/>
            <a:ext cx="2705428" cy="376138"/>
          </a:xfrm>
        </p:spPr>
        <p:txBody>
          <a:bodyPr wrap="none">
            <a:noAutofit/>
          </a:bodyPr>
          <a:lstStyle/>
          <a:p>
            <a:r>
              <a:rPr/>
              <a:t>ПОДХОД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0700" y="1193800"/>
            <a:ext cx="11150600" cy="889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0" lang="ru-RU">
                <a:solidFill>
                  <a:srgbClr val="FFFFFF"/>
                </a:solidFill>
                <a:latin typeface="Montserrat Black"/>
              </a:rPr>
              <a:t>Шаблон — набор правил. По ним агент собирает слайды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20700" y="2133600"/>
            <a:ext cx="3581400" cy="4089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203200" dist="63500" dir="5400000" algn="t" rotWithShape="0">
              <a:srgbClr val="310F53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approach_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700" y="2260600"/>
            <a:ext cx="3327400" cy="2235200"/>
          </a:xfrm>
          <a:prstGeom prst="rect">
            <a:avLst/>
          </a:prstGeom>
          <a:ln w="9525">
            <a:solidFill>
              <a:srgbClr val="E4D9EE"/>
            </a:solidFill>
          </a:ln>
        </p:spPr>
      </p:pic>
      <p:sp>
        <p:nvSpPr>
          <p:cNvPr id="13" name="TextBox 12"/>
          <p:cNvSpPr txBox="1"/>
          <p:nvPr/>
        </p:nvSpPr>
        <p:spPr>
          <a:xfrm>
            <a:off x="723900" y="4673600"/>
            <a:ext cx="762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200" b="0" lang="ru-RU">
                <a:solidFill>
                  <a:srgbClr val="FF0053"/>
                </a:solidFill>
                <a:latin typeface="Montserrat Black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33500" y="4724400"/>
            <a:ext cx="25654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1" lang="ru-RU">
                <a:solidFill>
                  <a:srgbClr val="310F53"/>
                </a:solidFill>
                <a:latin typeface="Montserrat"/>
              </a:rPr>
              <a:t>Разбор шаблона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3900" y="5156200"/>
            <a:ext cx="3175000" cy="965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lang="ru-RU">
                <a:solidFill>
                  <a:srgbClr val="5E5670"/>
                </a:solidFill>
                <a:latin typeface="Montserrat"/>
              </a:rPr>
              <a:t>палитра с ролями цветов, шрифты, сетка, логотипы и образцы слайдов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05300" y="2133600"/>
            <a:ext cx="3581400" cy="4089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203200" dist="63500" dir="5400000" algn="t" rotWithShape="0">
              <a:srgbClr val="310F53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approach_1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32300" y="2260600"/>
            <a:ext cx="3327400" cy="2235200"/>
          </a:xfrm>
          <a:prstGeom prst="rect">
            <a:avLst/>
          </a:prstGeom>
          <a:ln w="9525">
            <a:solidFill>
              <a:srgbClr val="E4D9EE"/>
            </a:solidFill>
          </a:ln>
        </p:spPr>
      </p:pic>
      <p:sp>
        <p:nvSpPr>
          <p:cNvPr id="18" name="TextBox 17"/>
          <p:cNvSpPr txBox="1"/>
          <p:nvPr/>
        </p:nvSpPr>
        <p:spPr>
          <a:xfrm>
            <a:off x="4508500" y="4673600"/>
            <a:ext cx="762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200" b="0" lang="ru-RU">
                <a:solidFill>
                  <a:srgbClr val="FF0053"/>
                </a:solidFill>
                <a:latin typeface="Montserrat Black"/>
              </a:rP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18100" y="4724400"/>
            <a:ext cx="25654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1" lang="ru-RU">
                <a:solidFill>
                  <a:srgbClr val="310F53"/>
                </a:solidFill>
                <a:latin typeface="Montserrat"/>
              </a:rPr>
              <a:t>Агент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08500" y="5156200"/>
            <a:ext cx="3175000" cy="965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lang="ru-RU">
                <a:solidFill>
                  <a:srgbClr val="5E5670"/>
                </a:solidFill>
                <a:latin typeface="Montserrat"/>
              </a:rPr>
              <a:t>открытые модели: аналитик, дизайнер каждого слайда, критик; каждое число — только из текста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89900" y="2133600"/>
            <a:ext cx="3581400" cy="4089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203200" dist="63500" dir="5400000" algn="t" rotWithShape="0">
              <a:srgbClr val="310F53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approach_2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16900" y="2260600"/>
            <a:ext cx="3327400" cy="2235200"/>
          </a:xfrm>
          <a:prstGeom prst="rect">
            <a:avLst/>
          </a:prstGeom>
          <a:ln w="9525">
            <a:solidFill>
              <a:srgbClr val="E4D9EE"/>
            </a:solidFill>
          </a:ln>
        </p:spPr>
      </p:pic>
      <p:sp>
        <p:nvSpPr>
          <p:cNvPr id="23" name="TextBox 22"/>
          <p:cNvSpPr txBox="1"/>
          <p:nvPr/>
        </p:nvSpPr>
        <p:spPr>
          <a:xfrm>
            <a:off x="8293100" y="4673600"/>
            <a:ext cx="762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200" b="0" lang="ru-RU">
                <a:solidFill>
                  <a:srgbClr val="FF0053"/>
                </a:solidFill>
                <a:latin typeface="Montserrat Black"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02700" y="4724400"/>
            <a:ext cx="25654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1" lang="ru-RU">
                <a:solidFill>
                  <a:srgbClr val="310F53"/>
                </a:solidFill>
                <a:latin typeface="Montserrat"/>
              </a:rPr>
              <a:t>Вёрстка и проверка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93100" y="5156200"/>
            <a:ext cx="3175000" cy="965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lang="ru-RU">
                <a:solidFill>
                  <a:srgbClr val="5E5670"/>
                </a:solidFill>
                <a:latin typeface="Montserrat"/>
              </a:rPr>
              <a:t>три варианта по правилам шаблона и 41 + 2 проверки качества</a:t>
            </a:r>
          </a:p>
        </p:txBody>
      </p:sp>
    </p:spTree>
    <p:extLst>
      <p:ext uri="{BB962C8B-B14F-4D97-AF65-F5344CB8AC3E}">
        <p14:creationId xmlns:p14="http://schemas.microsoft.com/office/powerpoint/2010/main" val="3380345155"/>
      </p:ext>
    </p:extLst>
  </p:cSld>
  <p:clrMapOvr>
    <a:masterClrMapping/>
  </p:clrMapOvr>
</p:sld>
</file>

<file path=ppt/theme/theme1.xml><?xml version="1.0" encoding="utf-8"?>
<a:theme xmlns:a="http://schemas.openxmlformats.org/drawingml/2006/main" name="Для Академия инноваторов 16_9">
  <a:themeElements>
    <a:clrScheme name="Пользовательские 2">
      <a:dk1>
        <a:srgbClr val="000000"/>
      </a:dk1>
      <a:lt1>
        <a:srgbClr val="FFFFFF"/>
      </a:lt1>
      <a:dk2>
        <a:srgbClr val="1C1D22"/>
      </a:dk2>
      <a:lt2>
        <a:srgbClr val="E5E7E9"/>
      </a:lt2>
      <a:accent1>
        <a:srgbClr val="FF0053"/>
      </a:accent1>
      <a:accent2>
        <a:srgbClr val="FFD6E3"/>
      </a:accent2>
      <a:accent3>
        <a:srgbClr val="FC3777"/>
      </a:accent3>
      <a:accent4>
        <a:srgbClr val="8A83D1"/>
      </a:accent4>
      <a:accent5>
        <a:srgbClr val="520977"/>
      </a:accent5>
      <a:accent6>
        <a:srgbClr val="2D1451"/>
      </a:accent6>
      <a:hlink>
        <a:srgbClr val="FF0053"/>
      </a:hlink>
      <a:folHlink>
        <a:srgbClr val="5D2B84"/>
      </a:folHlink>
    </a:clrScheme>
    <a:fontScheme name="Лидеры цифровой трансформации">
      <a:majorFont>
        <a:latin typeface="Montserrat"/>
        <a:ea typeface=""/>
        <a:cs typeface=""/>
      </a:majorFont>
      <a:minorFont>
        <a:latin typeface="Montserrat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>
            <a:alpha val="0"/>
          </a:schemeClr>
        </a:solidFill>
        <a:ln w="19050">
          <a:solidFill>
            <a:schemeClr val="bg1">
              <a:alpha val="47000"/>
            </a:schemeClr>
          </a:solidFill>
        </a:ln>
      </a:spPr>
      <a:bodyPr rtlCol="0" anchor="t"/>
      <a:lstStyle>
        <a:defPPr algn="ctr">
          <a:defRPr b="1" dirty="0" smtClean="0">
            <a:solidFill>
              <a:schemeClr val="accent2"/>
            </a:solidFill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Для Академия инноваторов 16_9" id="{1723B771-A24B-45DA-B7CE-887A7FB91DED}" vid="{FE7ADCA1-0705-4BF5-AEC5-34FB9D7ACE5C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11023</TotalTime>
  <Words>633</Words>
  <Application>Microsoft Macintosh PowerPoint</Application>
  <PresentationFormat>Широкоэкранный</PresentationFormat>
  <Paragraphs>192</Paragraphs>
  <Slides>37</Slides>
  <Notes>3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37</vt:i4>
      </vt:variant>
    </vt:vector>
  </HeadingPairs>
  <TitlesOfParts>
    <vt:vector size="45" baseType="lpstr">
      <vt:lpstr>Arial</vt:lpstr>
      <vt:lpstr>Calibri</vt:lpstr>
      <vt:lpstr>Lato Light</vt:lpstr>
      <vt:lpstr>Montserrat</vt:lpstr>
      <vt:lpstr>Montserrat Medium</vt:lpstr>
      <vt:lpstr>Poppins Light</vt:lpstr>
      <vt:lpstr>Wingdings</vt:lpstr>
      <vt:lpstr>Для Академия инноваторов 16_9</vt:lpstr>
      <vt:lpstr>Презентация PowerPoint</vt:lpstr>
      <vt:lpstr>ВВОДНЫЕ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КОРОТКО О РЕШЕНИИ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Полезные материалы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Анастасия Юшкова</dc:creator>
  <cp:lastModifiedBy>Microsoft Office User</cp:lastModifiedBy>
  <cp:revision>95</cp:revision>
  <dcterms:created xsi:type="dcterms:W3CDTF">2023-05-15T07:36:23Z</dcterms:created>
  <dcterms:modified xsi:type="dcterms:W3CDTF">2026-09-14T11:14:59Z</dcterms:modified>
</cp:coreProperties>
</file>