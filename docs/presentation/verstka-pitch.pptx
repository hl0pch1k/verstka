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4" r:id="rId18"/>
    <p:sldId id="268" r:id="rId25"/>
    <p:sldId id="372" r:id="rId14"/>
    <p:sldId id="270" r:id="rId28"/>
    <p:sldId id="261" r:id="rId20"/>
    <p:sldId id="262" r:id="rId21"/>
    <p:sldId id="263" r:id="rId22"/>
    <p:sldId id="371" r:id="rId17"/>
    <p:sldId id="267" r:id="rId26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Три варианта, секунды (лимит — 300)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dPt>
            <c:idx val="3"/>
            <c:spPr>
              <a:solidFill>
                <a:srgbClr val="FFD6E4"/>
              </a:solidFill>
            </c:spPr>
          </c:dPt>
          <c:dLbls>
            <c:txPr>
              <a:bodyPr/>
              <a:lstStyle/>
              <a:p>
                <a:pPr>
                  <a:defRPr sz="13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  <c:pt idx="3">
                  <c:v>Шаблон из видео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113</c:v>
                </c:pt>
                <c:pt idx="1">
                  <c:v>145</c:v>
                </c:pt>
                <c:pt idx="2">
                  <c:v>175</c:v>
                </c:pt>
                <c:pt idx="3">
                  <c:v>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300.0"/>
          <c:min val="0.0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60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rgbClr val="FFFFFF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Артём — капитан и ML-инженер, отвечал за архитектуру и разработку сервиса. Ярослав — тестирование и обратная связь по результатам.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сами каждый день делаем отчётные презентации, поэтому задача VK Tech попала в точку. Главные трудности: шаблоны почти не используют плейсхолдеры, модели склонны выдумывать цифры, и легко подогнать решение под три шаблона. На каждую ответили инженерно: разбор по слайдам-образцам, сверка чисел, корпус из 87 шаблонов.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«Рекрут 2». Задача № 4 от VK Tech: цифровой дизайнер презентаций. Наше решение называется Verstka.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Капитан — Артём Воронин, ML-инженер. Нас двое, оба из «Газпром автоматизации», Москва. Суть решения: любой шаблон PowerPoint и текст на входе — три редактируемые презентации в стиле этого шаблона за одну-три минуты. Уникальность — шаблон читается как набор правил, числа не выдумываются, проверка качества встроена в пайплайн.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Технически: разбираем шаблон в дизайн-систему, агент на открытых моделях планирует слайды, компилятор сверяет числа, вёрстка собирает нативные объекты PowerPoint, аудит проверяет результат. С точки зрения бизнеса — это минуты вместо часов на каждую презентацию и путь к пилоту на инференсе VK.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неделю в компании десятки презентаций. Текст пишет автор, а оформление по шаблону — ручная работа. Современные модели хорошо пишут текст, но не соблюдают дизайн-систему. А сам шаблон не объясняет, как строить новые слайды.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 подход в трёх шагах. Сначала читаем шаблон как набор правил. Затем агент из открытых моделей планирует каждый слайд, опираясь только на текст пользователя. И наконец вёрстка по дизайн-системе шаблона с проверкой качества внутри пайплайна.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Пайплайн из трёх частей. Разбор шаблона выполняется один раз и кэшируется: получаем manifest.json с дизайн-системой. План: агент читает бриф и манифест, компилятор сверяет каждое число. Сборка: подбор макета с объяснимым баллом, вёрстка, проверка качества и экспорт. Каждый шаг оставляет файл, который можно открыть.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прогон на шаблоне, которого сервис никогда не видел: загружаем файл, вставляем текст и через 71 секунд получаем три варианта. Видео этого прогона без монтажа и ускорения — в репозитории, в папке docs/video.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 на данных кейса: девять презентаций, все с оценкой сто, все числа сверены с текстом. Справа — чужие шаблоны из корпуса: 87 файлов, средняя оценка 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Аудит встроен в пайплайн. Детерминированные проверки работают по данным файла, модельные — по картинке слайда и тексту всей презентации. Найденные проблемы исправляются автоматически с откатом, а пользователь видит замечания прямо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варианта по десять–двенадцать слайдов собираются за 113–175 секунд на шаблонах датасета при лимите 5 минут, на чужом шаблоне из видео — за 71 секунд. Все девять демо-презентаций получили 100 из 100, у проекта 2 033 автотеста.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Выводы. Verstka работает с любым шаблоном, потому что читает его как набор правил. Числа не выдумываются. Три варианта собираются за одну-три минуты. И всё проверено: проверки внутри пайплайна, объяснение каждого решения, больше двух тысяч автотестов.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Дальше: переходим на инференс VK — конфигурация уже готова, добавляем генерацию изображений, развиваем второй сценарий — улучшение готовой презентации, и готовы к пилоту на шаблонах VK Tech.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Код, документация, девять демо-презентаций и видео прогона — в открытом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26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png"/><Relationship Id="rId4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830.jpg"/><Relationship Id="rId4" Type="http://schemas.openxmlformats.org/officeDocument/2006/relationships/image" Target="../media/image831.jpg"/><Relationship Id="rId5" Type="http://schemas.openxmlformats.org/officeDocument/2006/relationships/image" Target="../media/image832.jpg"/><Relationship Id="rId6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jp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РЕКРУТ 2</a:t>
            </a:r>
          </a:p>
        </p:txBody>
      </p:sp>
      <p:pic>
        <p:nvPicPr>
          <p:cNvPr id="4" name="Рисунок 3" descr="logo_strip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152" r="152"/>
          <a:stretch>
            <a:fillRect/>
          </a:stretch>
        </p:blipFill>
        <p:spPr/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Задача № 4 VK Tech «Цифровой дизайнер презентаций»</a:t>
            </a:r>
          </a:p>
          <a:p>
            <a:pPr indent="268288"/>
            <a:r>
              <a:rPr lang="ru-RU"/>
              <a:t>Решение — Verstka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Шаблон читается как набор правил, поэтому подходят даже шаблоны, нарисованные вручную. Ни одного выдуманного числа. 41 + 2 проверки качества внутри пайплайна.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Воронин Артём Тимофеевич, ML-инженер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коллеги из «Газпром автоматизации». Делаем инструмент, которого сами ждали в работе: презентация в фирменном стиле за минуты вместо часов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 1–3 минуты любой шаблон PowerPoint и текст превращаются в три редактируемые презентации в стиле шаблона. Агент на открытых моделях, вёрстка по правилам шаблона.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Участник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Тестирование и обратная связь по результатам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@Y_murik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+7 916 543 20 60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Ярослав Мурехин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ML-инженер: архитектура и разработка Verstka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@hl0pch1k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+7 916 935 88 85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Артём Воронин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250">
                <a:solidFill>
                  <a:schemeClr val="tx1"/>
                </a:solidFill>
              </a:rPr>
              <a:t>Мы работаем в «Газпром автоматизации»: отчёт пишется за час, а оформление по фирменному шаблону съедает полдня. На ЛЦТ пришли сделать инструмент для себя.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50">
                <a:solidFill>
                  <a:schemeClr val="tx1"/>
                </a:solidFill>
              </a:rPr>
              <a:t>В реальных шаблонах 95 % фигур — не плейсхолдеры, поэтому единицей разбора стал слайд-образец. Модели «дописывают» цифры — каждое число сверяется с текстом до и после вёрстки. Чтобы не подстроиться под датасет, каждую правку проверяли на 87 чужих шаблонах.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50">
                <a:solidFill>
                  <a:schemeClr val="tx1"/>
                </a:solidFill>
              </a:rPr>
              <a:t>Это редкая задача, где ИИ должен не писать текст, а соблюдать чужую дизайн-систему. Зацепил инженерный вызов: прочитать любой шаблон как набор правил и не придумать ни одного числа.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Разбор шаблона в manifest.json: палитра с ролями цветов, шкала кеглей, сетка и поля, логотипы и колонтитулы, образцы слайдов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Агент на открытых моделях до 35B: аналитик → дизайнер каждого слайда → критик → правка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Каждое число сверяется с текстом до и после вёрстки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Нативные объекты PowerPoint: диаграммы, таблицы, карточки из фигур шаблона; экспорт в PPTX, PDF, HTML</a:t>
            </a:r>
          </a:p>
          <a:p>
            <a:r>
              <a:rPr lang="ru-RU" sz="1400" dirty="0">
                <a:solidFill>
                  <a:schemeClr val="tx1"/>
                </a:solidFill>
              </a:rPr>
              <a:t>41 + 2 проверки качества внутри пайплайна, автоисправление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Презентация в фирменном стиле за минуты вместо часов ручной вёрстки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Питчи, отчёты и коммерческие предложения строго по корпоративному шаблону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Второй сценарий: проверить и улучшить готовую презентацию по правилам шаблона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Внедрение на инференсе VK: API для корпоративных систем, интеграция в рабочие сервисы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Пилот на шаблонах VK Tech, затем — на шаблонах клиентов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Verstka — цифровой дизайнер презентаций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Команда «Рекрут 2»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Код, документация, демо и видео: github.com/hl0pch1k/verstka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Артём Воронин · @hl0pch1k · +7 916 935 88 85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 wrap="none">
            <a:noAutofit/>
          </a:bodyPr>
          <a:lstStyle/>
          <a:p>
            <a:r>
              <a:rPr>
                <a:solidFill>
                  <a:srgbClr val="520978"/>
                </a:solidFill>
              </a:rPr>
              <a:t>СПАСИБО!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56067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19100"/>
            <a:ext cx="4154271" cy="381000"/>
          </a:xfrm>
        </p:spPr>
        <p:txBody>
          <a:bodyPr wrap="none">
            <a:noAutofit/>
          </a:bodyPr>
          <a:lstStyle/>
          <a:p>
            <a:r>
              <a:rPr/>
              <a:t>АРХИТЕКТУРА ПАЙПЛАЙНА</a:t>
            </a:r>
          </a:p>
        </p:txBody>
      </p:sp>
      <p:pic>
        <p:nvPicPr>
          <p:cNvPr id="24" name="Picture 23" descr="pipeline_p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404" y="1456656"/>
            <a:ext cx="8901191" cy="474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lang="ru-RU" b="1" sz="1700">
                <a:solidFill>
                  <a:srgbClr val="520978"/>
                </a:solidFill>
              </a:rPr>
              <a:t>Любой шаблон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Шаблон читается как набор правил: 87 чужих шаблонов, средняя оценка 99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lang="ru-RU" b="1" sz="1700">
                <a:solidFill>
                  <a:srgbClr val="520978"/>
                </a:solidFill>
              </a:rPr>
              <a:t>Ни одного выдуманного числа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Каждое число сверено с текстом до и после вёрстки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lang="ru-RU" b="1" sz="1700">
                <a:solidFill>
                  <a:srgbClr val="520978"/>
                </a:solidFill>
              </a:rPr>
              <a:t>Быстро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Три варианта за 1–3 минуты при лимите 5 минут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lang="ru-RU" b="1" sz="1700">
                <a:solidFill>
                  <a:srgbClr val="520978"/>
                </a:solidFill>
              </a:rPr>
              <a:t>Проверено и прозрачно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41 + 2 проверки, «Почему так» для каждого слайда, 2 033 автотеста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ВЫВОДЫ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Ручная вёрстка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1C1D22"/>
                </a:solidFill>
              </a:rPr>
              <a:t>Автор пишет текст, а потом часами раскладывает его по шаблону: подбирает макет, двигает блоки, перекрашивает диаграммы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ИИ ломает стиль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1C1D22"/>
                </a:solidFill>
              </a:rPr>
              <a:t>Модели неплохо пишут содержание, но не воспроизводят дизайн-систему компании: шрифты, палитру, сетку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Шаблон — не инструкция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1C1D22"/>
                </a:solidFill>
              </a:rPr>
              <a:t>В реальных шаблонах почти всё нарисовано свободными фигурами: плейсхолдеры не говорят, как строить новый слайд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19100"/>
            <a:ext cx="2705428" cy="381000"/>
          </a:xfrm>
        </p:spPr>
        <p:txBody>
          <a:bodyPr wrap="none">
            <a:noAutofit/>
          </a:bodyPr>
          <a:lstStyle/>
          <a:p>
            <a:r>
              <a:rPr/>
              <a:t>ПРОБЛЕМА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5" name="Рисунок 4" descr="result_nine.jpg"/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136" r="136"/>
          <a:stretch>
            <a:fillRect/>
          </a:stretch>
        </p:blipFill>
        <p:spPr/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lang="ru-RU" b="1" sz="1300">
                <a:solidFill>
                  <a:srgbClr val="520978"/>
                </a:solidFill>
              </a:rPr>
              <a:t>9 презентаций: </a:t>
            </a:r>
            <a:r>
              <a:rPr lang="ru-RU" b="0" sz="1300">
                <a:solidFill>
                  <a:srgbClr val="1C1D22"/>
                </a:solidFill>
              </a:rPr>
              <a:t>один текст, три шаблона VK, три варианта. У всех девяти — 100 из 100 по проверке качества, в каждой сверено 116–123 числа, выдуманных нет</a:t>
            </a:r>
          </a:p>
          <a:p>
            <a:r>
              <a:rPr lang="ru-RU" b="1" sz="1300">
                <a:solidFill>
                  <a:srgbClr val="520978"/>
                </a:solidFill>
              </a:rPr>
              <a:t>Чужие шаблоны: </a:t>
            </a:r>
            <a:r>
              <a:rPr lang="ru-RU" b="0" sz="1300">
                <a:solidFill>
                  <a:srgbClr val="1C1D22"/>
                </a:solidFill>
              </a:rPr>
              <a:t>87 в регрессионном корпусе, 261 презентация, средняя оценка 99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РЕЗУЛЬТАТ</a:t>
            </a:r>
          </a:p>
        </p:txBody>
      </p:sp>
      <p:pic>
        <p:nvPicPr>
          <p:cNvPr id="11" name="Picture 10" descr="third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147" y="1016001"/>
            <a:ext cx="4405777" cy="2478249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pic>
        <p:nvPicPr>
          <p:cNvPr id="12" name="Picture 11" descr="third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0147" y="3646650"/>
            <a:ext cx="4405777" cy="2478249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7944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ru-RU" b="1" sz="1500">
                <a:solidFill>
                  <a:srgbClr val="520978"/>
                </a:solidFill>
              </a:rPr>
              <a:t>Проверка — часть пайплайна</a:t>
            </a:r>
          </a:p>
          <a:p>
            <a:pPr algn="l"/>
            <a:r>
              <a:rPr lang="ru-RU" sz="1200">
                <a:solidFill>
                  <a:srgbClr val="1C1D22"/>
                </a:solidFill>
              </a:rPr>
              <a:t>41 детерминированная проверка: координаты, размеры, цвета, шрифты, связь с макетами</a:t>
            </a:r>
          </a:p>
          <a:p>
            <a:pPr algn="l"/>
            <a:r>
              <a:rPr lang="ru-RU" sz="1200">
                <a:solidFill>
                  <a:srgbClr val="1C1D22"/>
                </a:solidFill>
              </a:rPr>
              <a:t>2 модельные: 11 вопросов ТЗ по картинке слайда и связность всей презентации</a:t>
            </a:r>
          </a:p>
          <a:p>
            <a:pPr algn="l"/>
            <a:r>
              <a:rPr lang="ru-RU" sz="1200">
                <a:solidFill>
                  <a:srgbClr val="1C1D22"/>
                </a:solidFill>
              </a:rPr>
              <a:t>Автоисправление до двух итераций с откатом, если стало хуже</a:t>
            </a:r>
          </a:p>
          <a:p>
            <a:pPr algn="l"/>
            <a:r>
              <a:rPr lang="ru-RU" sz="1200">
                <a:solidFill>
                  <a:srgbClr val="1C1D22"/>
                </a:solidFill>
              </a:rPr>
              <a:t>Замечания видны прямо на слайде, исправления — на выбор пользователя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rgbClr val="FF0053"/>
                </a:solidFill>
              </a:rPr>
              <a:t>Вёрстка — </a:t>
            </a:r>
            <a:r>
              <a:rPr lang="ru-RU" b="0" sz="1200">
                <a:solidFill>
                  <a:srgbClr val="1C1D22"/>
                </a:solidFill>
              </a:rPr>
              <a:t>11: выход за край, наложения, переполнение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rgbClr val="FF0053"/>
                </a:solidFill>
              </a:rPr>
              <a:t>Шаблон — </a:t>
            </a:r>
            <a:r>
              <a:rPr lang="ru-RU" b="0" sz="1200">
                <a:solidFill>
                  <a:srgbClr val="1C1D22"/>
                </a:solidFill>
              </a:rPr>
              <a:t>7: шрифты, кегли, палитра, макет, контраст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rgbClr val="FF0053"/>
                </a:solidFill>
              </a:rPr>
              <a:t>Плотность — </a:t>
            </a:r>
            <a:r>
              <a:rPr lang="ru-RU" b="0" sz="1200">
                <a:solidFill>
                  <a:srgbClr val="1C1D22"/>
                </a:solidFill>
              </a:rPr>
              <a:t>5: пункты, таблицы, заполнение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rgbClr val="FF0053"/>
                </a:solidFill>
              </a:rPr>
              <a:t>Целостность — </a:t>
            </a:r>
            <a:r>
              <a:rPr lang="ru-RU" b="0" sz="1200">
                <a:solidFill>
                  <a:srgbClr val="1C1D22"/>
                </a:solidFill>
              </a:rPr>
              <a:t>12: заглушки, пустые и пропавшие слайды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rgbClr val="FF0053"/>
                </a:solidFill>
              </a:rPr>
              <a:t>Контент — </a:t>
            </a:r>
            <a:r>
              <a:rPr lang="ru-RU" b="0" sz="1200">
                <a:solidFill>
                  <a:srgbClr val="1C1D22"/>
                </a:solidFill>
              </a:rPr>
              <a:t>6: каждое число сверено с текстом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3473043" cy="376138"/>
          </a:xfrm>
        </p:spPr>
        <p:txBody>
          <a:bodyPr wrap="none">
            <a:noAutofit/>
          </a:bodyPr>
          <a:lstStyle/>
          <a:p>
            <a:r>
              <a:rPr/>
              <a:t>АРХИТЕКТУРА АУДИТА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2125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400">
                <a:solidFill>
                  <a:srgbClr val="FF0053"/>
                </a:solidFill>
              </a:rPr>
              <a:t>100 из 100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оценка проверки качества у всех 9 демо-презентаций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400">
                <a:solidFill>
                  <a:srgbClr val="FF0053"/>
                </a:solidFill>
              </a:rPr>
              <a:t>2 033 автотеста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1 993 модульных и 40 интеграционных; установка и запуск проверяются на Ubuntu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400">
                <a:solidFill>
                  <a:srgbClr val="FF0053"/>
                </a:solidFill>
              </a:rPr>
              <a:t>12 форматов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pptx, potx, pptm, ppsx, ppt, odp, thmx и другие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14853" cy="376138"/>
          </a:xfrm>
        </p:spPr>
        <p:txBody>
          <a:bodyPr wrap="none">
            <a:noAutofit/>
          </a:bodyPr>
          <a:lstStyle/>
          <a:p>
            <a:r>
              <a:rPr/>
              <a:t>ЭФФЕКТИВНОСТЬ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Шаблон — набор правил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Разбираем каждый слайд-образец: палитру с ролями цветов, кегли, сетку, логотипы, карточки и правила оформления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Агент на открытых моделях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Аналитик, дизайнер каждого слайда, критик и правка. Каждое число берётся только из текста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Вёрстка и проверка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Слайды по дизайн-системе шаблона, 41 + 2 проверки, три варианта за 1–3 минуты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520978"/>
                </a:solidFill>
              </a:rPr>
              <a:t>Инференс VK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rgbClr val="1C1D22"/>
                </a:solidFill>
              </a:rPr>
              <a:t>Qwen3.8-27B — конфигурация готова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520978"/>
                </a:solidFill>
              </a:rPr>
              <a:t>Изображения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генерация внутри слайдов, задача со звёздочкой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520978"/>
                </a:solidFill>
              </a:rPr>
              <a:t>Готовая презентация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проверка и улучшение по правилам шаблона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520978"/>
                </a:solidFill>
              </a:rPr>
              <a:t>Пилот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шаблоны и сценарии VK Tech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520978"/>
                </a:solidFill>
              </a:rPr>
              <a:t>Интеграции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rgbClr val="1C1D22"/>
                </a:solidFill>
              </a:rPr>
              <a:t>API для корпоративных систем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ПЛАНЫ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2709789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localhost:8000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2709789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localhost:8000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sz="1400">
                <a:solidFill>
                  <a:srgbClr val="520978"/>
                </a:solidFill>
              </a:rPr>
              <a:t>Незнакомый шаблон и текст</a:t>
            </a:r>
          </a:p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Шаблон SlidesCarnival, которого нет в датасете, и текст питча на 10 слайдов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sz="1400">
                <a:solidFill>
                  <a:srgbClr val="520978"/>
                </a:solidFill>
              </a:rPr>
              <a:t>Три варианта за 71 с</a:t>
            </a:r>
          </a:p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Оценки качества 100 · 100 · 100, числа сверены с текстом, правка слайда в чате</a:t>
            </a:r>
          </a:p>
        </p:txBody>
      </p:sp>
      <p:pic>
        <p:nvPicPr>
          <p:cNvPr id="5" name="Рисунок 4" descr="demo_create.jp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35" r="35"/>
          <a:stretch>
            <a:fillRect/>
          </a:stretch>
        </p:blipFill>
        <p:spPr/>
      </p:pic>
      <p:pic>
        <p:nvPicPr>
          <p:cNvPr id="6" name="Рисунок 5" descr="demo_result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l="35" r="35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ДЕМО-ПРОГОН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